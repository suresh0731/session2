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"/>
  </p:notesMasterIdLst>
  <p:sldIdLst>
    <p:sldId id="264" r:id="rId2"/>
    <p:sldId id="272" r:id="rId3"/>
    <p:sldId id="304" r:id="rId4"/>
    <p:sldId id="305" r:id="rId5"/>
    <p:sldId id="276" r:id="rId6"/>
  </p:sldIdLst>
  <p:sldSz cx="6858000" cy="5143500"/>
  <p:notesSz cx="6858000" cy="9144000"/>
  <p:embeddedFontLst>
    <p:embeddedFont>
      <p:font typeface="Fira Sans Extra Condensed SemiBold" panose="020B0604020202020204" charset="0"/>
      <p:regular r:id="rId8"/>
      <p:bold r:id="rId9"/>
      <p:italic r:id="rId10"/>
      <p:boldItalic r:id="rId11"/>
    </p:embeddedFont>
    <p:embeddedFont>
      <p:font typeface="Product Sans" panose="020B0604020202020204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9AA0A6"/>
          </p15:clr>
        </p15:guide>
        <p15:guide id="2" pos="2160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2F2"/>
    <a:srgbClr val="5E74D4"/>
    <a:srgbClr val="E45942"/>
    <a:srgbClr val="C0D44A"/>
    <a:srgbClr val="85C792"/>
    <a:srgbClr val="78C0BD"/>
    <a:srgbClr val="77C7E3"/>
    <a:srgbClr val="5B5ED5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29" y="72"/>
      </p:cViewPr>
      <p:guideLst>
        <p:guide orient="horz" pos="162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D9B6B-678F-4132-9CB0-2018A15E13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93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D9B6B-678F-4132-9CB0-2018A15E13C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8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7ae687167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7ae687167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786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7ae687167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7ae687167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38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532706" y="536650"/>
            <a:ext cx="5792625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532706" y="1152475"/>
            <a:ext cx="5792625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57175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800" lvl="1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028700" lvl="2" indent="-238125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lvl="3" indent="-238125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1714500" lvl="4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057400" lvl="5" indent="-238125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marL="2400300" lvl="6" indent="-238125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marL="2743200" lvl="7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marL="3086100" lvl="8" indent="-238125"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32706" y="536650"/>
            <a:ext cx="5792625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233775" y="1152475"/>
            <a:ext cx="29999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800" lvl="1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700" lvl="2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600" lvl="3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500" lvl="4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400" lvl="5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300" lvl="6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200" lvl="7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100" lvl="8" indent="-228600"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3624300" y="1152475"/>
            <a:ext cx="29999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685800" lvl="1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700" lvl="2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600" lvl="3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500" lvl="4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400" lvl="5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300" lvl="6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200" lvl="7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100" lvl="8" indent="-228600"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32706" y="536650"/>
            <a:ext cx="5792625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286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marL="685800" lvl="1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marL="1028700" lvl="2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marL="1371600" lvl="3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marL="1714500" lvl="4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marL="2057400" lvl="5" indent="-228600"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marL="2400300" lvl="6" indent="-228600"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marL="2743200" lvl="7" indent="-228600"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marL="3086100" lvl="8" indent="-228600"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lvl="0" indent="-257175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800" lvl="1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028700" lvl="2" indent="-238125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lvl="3" indent="-238125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1714500" lvl="4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057400" lvl="5" indent="-238125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marL="2400300" lvl="6" indent="-238125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marL="2743200" lvl="7" indent="-238125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marL="3086100" lvl="8" indent="-238125"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lvl="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57175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85800" lvl="1" indent="-238125" algn="ctr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028700" lvl="2" indent="-238125" algn="ctr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lvl="3" indent="-238125" algn="ctr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1714500" lvl="4" indent="-238125" algn="ctr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057400" lvl="5" indent="-238125" algn="ctr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marL="2400300" lvl="6" indent="-238125" algn="ctr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marL="2743200" lvl="7" indent="-238125" algn="ctr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marL="3086100" lvl="8" indent="-238125" algn="ctr"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2706" y="536650"/>
            <a:ext cx="5792625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2706" y="1152475"/>
            <a:ext cx="5792625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slidebazaar.com/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hyperlink" Target="https://slidebazaar.com/powerpoint-addi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D69516-C879-A8EB-F3C7-89C8CDC317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1" t="41" r="15791" b="710"/>
          <a:stretch/>
        </p:blipFill>
        <p:spPr>
          <a:xfrm>
            <a:off x="0" y="0"/>
            <a:ext cx="6858000" cy="53175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1C9DC8-8D5C-9EC1-91BD-81F5046CA6B6}"/>
              </a:ext>
            </a:extLst>
          </p:cNvPr>
          <p:cNvSpPr/>
          <p:nvPr/>
        </p:nvSpPr>
        <p:spPr>
          <a:xfrm>
            <a:off x="0" y="0"/>
            <a:ext cx="6858000" cy="5143500"/>
          </a:xfrm>
          <a:prstGeom prst="rect">
            <a:avLst/>
          </a:prstGeom>
          <a:gradFill flip="none" rotWithShape="1">
            <a:gsLst>
              <a:gs pos="0">
                <a:srgbClr val="FCFCFE"/>
              </a:gs>
              <a:gs pos="57000">
                <a:srgbClr val="FCFCFE">
                  <a:alpha val="94000"/>
                </a:srgbClr>
              </a:gs>
              <a:gs pos="98000">
                <a:srgbClr val="FCFCF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4" name="Picture 3" descr="A logo for a company&#10;&#10;Description automatically generated">
            <a:extLst>
              <a:ext uri="{FF2B5EF4-FFF2-40B4-BE49-F238E27FC236}">
                <a16:creationId xmlns:a16="http://schemas.microsoft.com/office/drawing/2014/main" id="{458AD855-29EF-1B32-4B1B-A93B12CE01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0" b="37919"/>
          <a:stretch/>
        </p:blipFill>
        <p:spPr>
          <a:xfrm>
            <a:off x="1930344" y="1775449"/>
            <a:ext cx="2997314" cy="7244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A6D8FD-D344-18EF-7203-EABFE0F536CF}"/>
              </a:ext>
            </a:extLst>
          </p:cNvPr>
          <p:cNvSpPr txBox="1"/>
          <p:nvPr/>
        </p:nvSpPr>
        <p:spPr>
          <a:xfrm>
            <a:off x="1186883" y="2869947"/>
            <a:ext cx="4492398" cy="545835"/>
          </a:xfrm>
          <a:prstGeom prst="rect">
            <a:avLst/>
          </a:prstGeom>
        </p:spPr>
        <p:txBody>
          <a:bodyPr lIns="68580" tIns="34290" rIns="68580" bIns="34290" anchor="ctr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latin typeface="Product Sans" panose="020B040303050204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latin typeface="Product Sans"/>
              </a:rPr>
              <a:t>Check out </a:t>
            </a:r>
            <a:r>
              <a:rPr lang="en-US" sz="1050" b="1" dirty="0">
                <a:solidFill>
                  <a:srgbClr val="FF7417"/>
                </a:solidFill>
                <a:latin typeface="Produc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SlideBazaar.com</a:t>
            </a:r>
            <a:r>
              <a:rPr lang="en-US" sz="1050" b="1" dirty="0">
                <a:solidFill>
                  <a:srgbClr val="FF7417"/>
                </a:solidFill>
                <a:latin typeface="Product Sans"/>
              </a:rPr>
              <a:t> </a:t>
            </a:r>
            <a:r>
              <a:rPr lang="en-US" sz="1050" dirty="0">
                <a:latin typeface="Product Sans"/>
              </a:rPr>
              <a:t>to access thousands of PowerPoint themes, templates and useful resources for your next presentation!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92736C-358C-537A-F9EA-BAF49657FA23}"/>
              </a:ext>
            </a:extLst>
          </p:cNvPr>
          <p:cNvSpPr/>
          <p:nvPr/>
        </p:nvSpPr>
        <p:spPr>
          <a:xfrm>
            <a:off x="2349401" y="2592427"/>
            <a:ext cx="2159199" cy="248255"/>
          </a:xfrm>
          <a:prstGeom prst="roundRect">
            <a:avLst/>
          </a:prstGeom>
          <a:solidFill>
            <a:srgbClr val="F9711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4E229-6732-74C7-78A7-67CD9B31231E}"/>
              </a:ext>
            </a:extLst>
          </p:cNvPr>
          <p:cNvSpPr txBox="1"/>
          <p:nvPr/>
        </p:nvSpPr>
        <p:spPr>
          <a:xfrm>
            <a:off x="2301127" y="2612679"/>
            <a:ext cx="2255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roduct Sans" panose="020B0403030502040203" pitchFamily="34" charset="0"/>
              </a:rPr>
              <a:t>Never Get Stuck on a Blank Slide Again!</a:t>
            </a:r>
            <a:endParaRPr lang="en-IN" sz="900" dirty="0">
              <a:solidFill>
                <a:schemeClr val="bg1"/>
              </a:solidFill>
              <a:latin typeface="Product Sans" panose="020B040303050204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34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08F39E-A8EC-3274-C820-1ED8ACCF41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1" t="41" r="15791" b="710"/>
          <a:stretch/>
        </p:blipFill>
        <p:spPr>
          <a:xfrm>
            <a:off x="0" y="0"/>
            <a:ext cx="6858000" cy="53175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89878F-62C2-6F47-4CBB-0A2B3D03FE9A}"/>
              </a:ext>
            </a:extLst>
          </p:cNvPr>
          <p:cNvSpPr/>
          <p:nvPr/>
        </p:nvSpPr>
        <p:spPr>
          <a:xfrm>
            <a:off x="0" y="-446315"/>
            <a:ext cx="6858000" cy="6036129"/>
          </a:xfrm>
          <a:prstGeom prst="rect">
            <a:avLst/>
          </a:prstGeom>
          <a:gradFill>
            <a:gsLst>
              <a:gs pos="79000">
                <a:srgbClr val="FCFCFE">
                  <a:alpha val="94000"/>
                </a:srgbClr>
              </a:gs>
              <a:gs pos="22000">
                <a:srgbClr val="FCFCFE">
                  <a:alpha val="91000"/>
                </a:srgbClr>
              </a:gs>
              <a:gs pos="50000">
                <a:srgbClr val="FCFCFE"/>
              </a:gs>
              <a:gs pos="0">
                <a:srgbClr val="FCFCFE">
                  <a:alpha val="10000"/>
                </a:srgbClr>
              </a:gs>
              <a:gs pos="100000">
                <a:srgbClr val="FCFCFE">
                  <a:alpha val="1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55ABF-6D33-88BE-A3A5-5FF13B9E4468}"/>
              </a:ext>
            </a:extLst>
          </p:cNvPr>
          <p:cNvSpPr txBox="1"/>
          <p:nvPr/>
        </p:nvSpPr>
        <p:spPr>
          <a:xfrm>
            <a:off x="466125" y="1501547"/>
            <a:ext cx="28376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Product Sans" panose="020B0403030502040203" pitchFamily="34" charset="0"/>
              </a:rPr>
              <a:t>Now Get </a:t>
            </a:r>
          </a:p>
          <a:p>
            <a:r>
              <a:rPr lang="en-US" sz="2400" b="1" dirty="0">
                <a:solidFill>
                  <a:srgbClr val="F97116"/>
                </a:solidFill>
                <a:latin typeface="Product Sans" panose="020B0403030502040203" pitchFamily="34" charset="0"/>
              </a:rPr>
              <a:t>SlideBazaar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Product Sans" panose="020B0403030502040203" pitchFamily="34" charset="0"/>
              </a:rPr>
              <a:t> Inside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Product Sans" panose="020B0403030502040203" pitchFamily="34" charset="0"/>
              </a:rPr>
              <a:t>PowerPoint!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Product Sans" panose="020B040303050204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CBA80D-302A-DAC3-A6F4-64EAB59EA8B1}"/>
              </a:ext>
            </a:extLst>
          </p:cNvPr>
          <p:cNvSpPr/>
          <p:nvPr/>
        </p:nvSpPr>
        <p:spPr>
          <a:xfrm>
            <a:off x="529953" y="3517834"/>
            <a:ext cx="1032579" cy="244350"/>
          </a:xfrm>
          <a:prstGeom prst="roundRect">
            <a:avLst>
              <a:gd name="adj" fmla="val 16056"/>
            </a:avLst>
          </a:prstGeom>
          <a:solidFill>
            <a:srgbClr val="F97116"/>
          </a:solidFill>
          <a:ln>
            <a:noFill/>
          </a:ln>
          <a:effectLst>
            <a:outerShdw blurRad="4064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>
              <a:latin typeface="Product Sans" panose="020B0403030502040203" pitchFamily="34" charset="0"/>
            </a:endParaRPr>
          </a:p>
        </p:txBody>
      </p:sp>
      <p:sp>
        <p:nvSpPr>
          <p:cNvPr id="16" name="Content Placeholder 2">
            <a:hlinkClick r:id="rId4"/>
            <a:extLst>
              <a:ext uri="{FF2B5EF4-FFF2-40B4-BE49-F238E27FC236}">
                <a16:creationId xmlns:a16="http://schemas.microsoft.com/office/drawing/2014/main" id="{D43835C6-22AA-7A1B-CB9C-10B2CE784D2C}"/>
              </a:ext>
            </a:extLst>
          </p:cNvPr>
          <p:cNvSpPr txBox="1">
            <a:spLocks/>
          </p:cNvSpPr>
          <p:nvPr/>
        </p:nvSpPr>
        <p:spPr>
          <a:xfrm>
            <a:off x="529953" y="3517834"/>
            <a:ext cx="1032579" cy="244350"/>
          </a:xfrm>
          <a:prstGeom prst="rect">
            <a:avLst/>
          </a:prstGeom>
        </p:spPr>
        <p:txBody>
          <a:bodyPr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13" dirty="0">
                <a:solidFill>
                  <a:schemeClr val="bg1"/>
                </a:solidFill>
                <a:latin typeface="Product Sans" panose="020B0403030502040203" pitchFamily="34" charset="0"/>
              </a:rPr>
              <a:t>Download for Free</a:t>
            </a:r>
          </a:p>
        </p:txBody>
      </p: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F61AA406-28A4-A90E-0733-FF80FC24E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472" y="1522913"/>
            <a:ext cx="3059183" cy="2500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3FCEC0-115D-198F-DDB3-72B635015D5E}"/>
              </a:ext>
            </a:extLst>
          </p:cNvPr>
          <p:cNvSpPr txBox="1"/>
          <p:nvPr/>
        </p:nvSpPr>
        <p:spPr>
          <a:xfrm>
            <a:off x="466125" y="2778919"/>
            <a:ext cx="2962875" cy="616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US" sz="1050" dirty="0">
                <a:latin typeface="Product Sans" panose="020B0403030502040203" pitchFamily="34" charset="0"/>
              </a:rPr>
              <a:t>Design Slides 2x faster with SlideBazaar's new Add-in; featuring AI-powered capabilities, templates, shape-builder and a whole lot more!</a:t>
            </a:r>
            <a:endParaRPr lang="en-US" sz="1050" dirty="0">
              <a:solidFill>
                <a:schemeClr val="tx2"/>
              </a:solidFill>
              <a:latin typeface="Product Sans" panose="020B040303050204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70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B070C3-3B5F-D19F-0F44-528F2330AC19}"/>
              </a:ext>
            </a:extLst>
          </p:cNvPr>
          <p:cNvGrpSpPr/>
          <p:nvPr/>
        </p:nvGrpSpPr>
        <p:grpSpPr>
          <a:xfrm>
            <a:off x="179434" y="1606190"/>
            <a:ext cx="6124211" cy="2537346"/>
            <a:chOff x="114828" y="1236934"/>
            <a:chExt cx="8410176" cy="3484457"/>
          </a:xfrm>
        </p:grpSpPr>
        <p:sp>
          <p:nvSpPr>
            <p:cNvPr id="125" name="Google Shape;125;p16"/>
            <p:cNvSpPr/>
            <p:nvPr/>
          </p:nvSpPr>
          <p:spPr>
            <a:xfrm>
              <a:off x="4265876" y="1753038"/>
              <a:ext cx="215812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C0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" name="Google Shape;125;p16">
              <a:extLst>
                <a:ext uri="{FF2B5EF4-FFF2-40B4-BE49-F238E27FC236}">
                  <a16:creationId xmlns:a16="http://schemas.microsoft.com/office/drawing/2014/main" id="{5EBF3E87-ADD6-9D73-C122-3BDB11080EDE}"/>
                </a:ext>
              </a:extLst>
            </p:cNvPr>
            <p:cNvSpPr/>
            <p:nvPr/>
          </p:nvSpPr>
          <p:spPr>
            <a:xfrm>
              <a:off x="6822149" y="1744686"/>
              <a:ext cx="230393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D44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" name="Google Shape;125;p16">
              <a:extLst>
                <a:ext uri="{FF2B5EF4-FFF2-40B4-BE49-F238E27FC236}">
                  <a16:creationId xmlns:a16="http://schemas.microsoft.com/office/drawing/2014/main" id="{B8E26174-0573-0206-435B-D956A9BE1E5C}"/>
                </a:ext>
              </a:extLst>
            </p:cNvPr>
            <p:cNvSpPr/>
            <p:nvPr/>
          </p:nvSpPr>
          <p:spPr>
            <a:xfrm>
              <a:off x="1637836" y="1720388"/>
              <a:ext cx="161573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E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 dirty="0"/>
            </a:p>
          </p:txBody>
        </p:sp>
        <p:sp>
          <p:nvSpPr>
            <p:cNvPr id="36" name="Google Shape;125;p16">
              <a:extLst>
                <a:ext uri="{FF2B5EF4-FFF2-40B4-BE49-F238E27FC236}">
                  <a16:creationId xmlns:a16="http://schemas.microsoft.com/office/drawing/2014/main" id="{8189F126-DB7F-5216-FA46-4DDA88E0117A}"/>
                </a:ext>
              </a:extLst>
            </p:cNvPr>
            <p:cNvSpPr/>
            <p:nvPr/>
          </p:nvSpPr>
          <p:spPr>
            <a:xfrm flipV="1">
              <a:off x="8149131" y="3116482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594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" name="Google Shape;125;p16">
              <a:extLst>
                <a:ext uri="{FF2B5EF4-FFF2-40B4-BE49-F238E27FC236}">
                  <a16:creationId xmlns:a16="http://schemas.microsoft.com/office/drawing/2014/main" id="{CD69F237-C15B-8047-9F9B-3CB05A4BCE5E}"/>
                </a:ext>
              </a:extLst>
            </p:cNvPr>
            <p:cNvSpPr/>
            <p:nvPr/>
          </p:nvSpPr>
          <p:spPr>
            <a:xfrm flipV="1">
              <a:off x="5614910" y="3108130"/>
              <a:ext cx="234444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C7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" name="Google Shape;125;p16">
              <a:extLst>
                <a:ext uri="{FF2B5EF4-FFF2-40B4-BE49-F238E27FC236}">
                  <a16:creationId xmlns:a16="http://schemas.microsoft.com/office/drawing/2014/main" id="{6E49EF29-2CE5-65AF-E176-D3BE5E7049B7}"/>
                </a:ext>
              </a:extLst>
            </p:cNvPr>
            <p:cNvSpPr/>
            <p:nvPr/>
          </p:nvSpPr>
          <p:spPr>
            <a:xfrm flipV="1">
              <a:off x="2944105" y="3068005"/>
              <a:ext cx="248164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C7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14828" y="1236934"/>
              <a:ext cx="1399952" cy="429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US" sz="1050" b="1" spc="2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Static Setups /  Data Ingestion</a:t>
              </a: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3145145" y="2749717"/>
              <a:ext cx="1459792" cy="464971"/>
            </a:xfrm>
            <a:prstGeom prst="chevron">
              <a:avLst/>
            </a:prstGeom>
            <a:solidFill>
              <a:srgbClr val="78C0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27</a:t>
              </a:r>
              <a:r>
                <a:rPr lang="en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APR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2271169" y="1332118"/>
              <a:ext cx="1917306" cy="429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IN" sz="1050" b="1" spc="2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Invoice Generation / Payments</a:t>
              </a: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5849356" y="2741366"/>
              <a:ext cx="1324183" cy="464971"/>
            </a:xfrm>
            <a:prstGeom prst="chevron">
              <a:avLst/>
            </a:prstGeom>
            <a:solidFill>
              <a:srgbClr val="C0D44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6</a:t>
              </a:r>
              <a:r>
                <a:rPr lang="en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JUL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5374970" y="1323438"/>
              <a:ext cx="1273381" cy="429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IN" sz="1050" b="1" spc="2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UAT / Release Prep</a:t>
              </a: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833888" y="2749717"/>
              <a:ext cx="1425980" cy="464971"/>
            </a:xfrm>
            <a:prstGeom prst="chevron">
              <a:avLst/>
            </a:prstGeom>
            <a:solidFill>
              <a:srgbClr val="77C7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16</a:t>
              </a:r>
              <a:r>
                <a:rPr lang="en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FEB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1277771" y="4291790"/>
              <a:ext cx="1516504" cy="429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IN" sz="1050" b="1" spc="2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Fee Calculation</a:t>
              </a: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4477451" y="2741366"/>
              <a:ext cx="1530351" cy="464971"/>
            </a:xfrm>
            <a:prstGeom prst="chevron">
              <a:avLst/>
            </a:prstGeom>
            <a:solidFill>
              <a:srgbClr val="85C7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25</a:t>
              </a:r>
              <a:r>
                <a:rPr lang="en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MAY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3930659" y="4225137"/>
              <a:ext cx="1516505" cy="429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IN" sz="1050" b="1" spc="4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Receivable Managements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EDFE9E5-9CEA-8D33-F627-C07245B14E9D}"/>
                </a:ext>
              </a:extLst>
            </p:cNvPr>
            <p:cNvSpPr/>
            <p:nvPr/>
          </p:nvSpPr>
          <p:spPr>
            <a:xfrm>
              <a:off x="7016375" y="2749718"/>
              <a:ext cx="1508629" cy="464970"/>
            </a:xfrm>
            <a:prstGeom prst="chevron">
              <a:avLst/>
            </a:prstGeom>
            <a:solidFill>
              <a:srgbClr val="E4594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24</a:t>
              </a:r>
              <a:r>
                <a:rPr lang="en-US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-US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JUL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6472769" y="4249318"/>
              <a:ext cx="1493006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r"/>
              <a:r>
                <a:rPr lang="en-US" sz="1050" b="1" spc="3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P</a:t>
              </a:r>
              <a:r>
                <a:rPr lang="en-IN" sz="1050" b="1" spc="3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 Medium"/>
                  <a:sym typeface="Fira Sans Extra Condensed Medium"/>
                </a:rPr>
                <a:t>ROD deployment</a:t>
              </a:r>
            </a:p>
          </p:txBody>
        </p:sp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8F9EC768-5875-E953-65D7-82AF6A74A4E8}"/>
                </a:ext>
              </a:extLst>
            </p:cNvPr>
            <p:cNvSpPr/>
            <p:nvPr/>
          </p:nvSpPr>
          <p:spPr>
            <a:xfrm>
              <a:off x="739137" y="2749718"/>
              <a:ext cx="1188424" cy="464970"/>
            </a:xfrm>
            <a:prstGeom prst="homePlate">
              <a:avLst/>
            </a:prstGeom>
            <a:solidFill>
              <a:srgbClr val="5B5E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5</a:t>
              </a:r>
              <a:r>
                <a:rPr lang="en" sz="1200" b="1" baseline="300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th</a:t>
              </a:r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 JAN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1A1512-6174-7C53-302C-693E2B2741DE}"/>
                </a:ext>
              </a:extLst>
            </p:cNvPr>
            <p:cNvSpPr/>
            <p:nvPr/>
          </p:nvSpPr>
          <p:spPr>
            <a:xfrm>
              <a:off x="1578075" y="1651438"/>
              <a:ext cx="162591" cy="162589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5B5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A4611E-847D-125F-62E5-3579C4D38BE7}"/>
                </a:ext>
              </a:extLst>
            </p:cNvPr>
            <p:cNvSpPr/>
            <p:nvPr/>
          </p:nvSpPr>
          <p:spPr>
            <a:xfrm>
              <a:off x="4211971" y="1684089"/>
              <a:ext cx="162591" cy="162589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78C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15D6E5-72A3-D090-8301-C088FDF4FDD1}"/>
                </a:ext>
              </a:extLst>
            </p:cNvPr>
            <p:cNvSpPr/>
            <p:nvPr/>
          </p:nvSpPr>
          <p:spPr>
            <a:xfrm>
              <a:off x="6768217" y="1675737"/>
              <a:ext cx="173577" cy="162589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C0D4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0090B9C-ABD0-64D6-1CA2-41A952F35FD8}"/>
                </a:ext>
              </a:extLst>
            </p:cNvPr>
            <p:cNvSpPr/>
            <p:nvPr/>
          </p:nvSpPr>
          <p:spPr>
            <a:xfrm>
              <a:off x="2895567" y="4069690"/>
              <a:ext cx="186965" cy="162589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77C7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82DCC52-E695-C7BA-7CE5-E3770B46FB8E}"/>
                </a:ext>
              </a:extLst>
            </p:cNvPr>
            <p:cNvSpPr/>
            <p:nvPr/>
          </p:nvSpPr>
          <p:spPr>
            <a:xfrm>
              <a:off x="5570291" y="4109813"/>
              <a:ext cx="176628" cy="162589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85C7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0D612E3-35C2-886A-E48D-4CDA62CC6BFE}"/>
                </a:ext>
              </a:extLst>
            </p:cNvPr>
            <p:cNvSpPr/>
            <p:nvPr/>
          </p:nvSpPr>
          <p:spPr>
            <a:xfrm>
              <a:off x="8095607" y="4118166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E459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  <p:sp>
          <p:nvSpPr>
            <p:cNvPr id="25" name="Shape 2536">
              <a:extLst>
                <a:ext uri="{FF2B5EF4-FFF2-40B4-BE49-F238E27FC236}">
                  <a16:creationId xmlns:a16="http://schemas.microsoft.com/office/drawing/2014/main" id="{4C942326-FD15-DCB4-722D-CCA75B0B6A1B}"/>
                </a:ext>
              </a:extLst>
            </p:cNvPr>
            <p:cNvSpPr/>
            <p:nvPr/>
          </p:nvSpPr>
          <p:spPr>
            <a:xfrm>
              <a:off x="2859798" y="4396234"/>
              <a:ext cx="258502" cy="25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" name="Shape 2569">
              <a:extLst>
                <a:ext uri="{FF2B5EF4-FFF2-40B4-BE49-F238E27FC236}">
                  <a16:creationId xmlns:a16="http://schemas.microsoft.com/office/drawing/2014/main" id="{AFCC7C1D-A0B0-4043-8477-46D93746C276}"/>
                </a:ext>
              </a:extLst>
            </p:cNvPr>
            <p:cNvSpPr/>
            <p:nvPr/>
          </p:nvSpPr>
          <p:spPr>
            <a:xfrm>
              <a:off x="1553481" y="1276716"/>
              <a:ext cx="258502" cy="258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8836"/>
                  </a:moveTo>
                  <a:lnTo>
                    <a:pt x="982" y="8836"/>
                  </a:lnTo>
                  <a:lnTo>
                    <a:pt x="982" y="6873"/>
                  </a:lnTo>
                  <a:lnTo>
                    <a:pt x="20618" y="6873"/>
                  </a:lnTo>
                  <a:cubicBezTo>
                    <a:pt x="20618" y="6873"/>
                    <a:pt x="20618" y="8836"/>
                    <a:pt x="20618" y="8836"/>
                  </a:cubicBezTo>
                  <a:close/>
                  <a:moveTo>
                    <a:pt x="18655" y="20618"/>
                  </a:moveTo>
                  <a:lnTo>
                    <a:pt x="2945" y="20618"/>
                  </a:lnTo>
                  <a:lnTo>
                    <a:pt x="2945" y="9818"/>
                  </a:lnTo>
                  <a:lnTo>
                    <a:pt x="18655" y="9818"/>
                  </a:lnTo>
                  <a:cubicBezTo>
                    <a:pt x="18655" y="9818"/>
                    <a:pt x="18655" y="20618"/>
                    <a:pt x="18655" y="20618"/>
                  </a:cubicBezTo>
                  <a:close/>
                  <a:moveTo>
                    <a:pt x="3927" y="982"/>
                  </a:moveTo>
                  <a:lnTo>
                    <a:pt x="11782" y="982"/>
                  </a:lnTo>
                  <a:lnTo>
                    <a:pt x="11782" y="3436"/>
                  </a:lnTo>
                  <a:cubicBezTo>
                    <a:pt x="11782" y="3708"/>
                    <a:pt x="12002" y="3927"/>
                    <a:pt x="12273" y="3927"/>
                  </a:cubicBezTo>
                  <a:lnTo>
                    <a:pt x="14727" y="3927"/>
                  </a:lnTo>
                  <a:lnTo>
                    <a:pt x="14727" y="5891"/>
                  </a:lnTo>
                  <a:lnTo>
                    <a:pt x="3927" y="5891"/>
                  </a:lnTo>
                  <a:cubicBezTo>
                    <a:pt x="3927" y="5891"/>
                    <a:pt x="3927" y="982"/>
                    <a:pt x="3927" y="982"/>
                  </a:cubicBezTo>
                  <a:close/>
                  <a:moveTo>
                    <a:pt x="12764" y="1473"/>
                  </a:moveTo>
                  <a:lnTo>
                    <a:pt x="14236" y="2945"/>
                  </a:lnTo>
                  <a:lnTo>
                    <a:pt x="12764" y="2945"/>
                  </a:lnTo>
                  <a:cubicBezTo>
                    <a:pt x="12764" y="2945"/>
                    <a:pt x="12764" y="1473"/>
                    <a:pt x="12764" y="1473"/>
                  </a:cubicBezTo>
                  <a:close/>
                  <a:moveTo>
                    <a:pt x="17673" y="1964"/>
                  </a:moveTo>
                  <a:lnTo>
                    <a:pt x="17673" y="5891"/>
                  </a:lnTo>
                  <a:lnTo>
                    <a:pt x="15709" y="5891"/>
                  </a:lnTo>
                  <a:lnTo>
                    <a:pt x="15709" y="2945"/>
                  </a:lnTo>
                  <a:lnTo>
                    <a:pt x="14727" y="1964"/>
                  </a:lnTo>
                  <a:cubicBezTo>
                    <a:pt x="14727" y="1964"/>
                    <a:pt x="17673" y="1964"/>
                    <a:pt x="17673" y="1964"/>
                  </a:cubicBezTo>
                  <a:close/>
                  <a:moveTo>
                    <a:pt x="20618" y="5891"/>
                  </a:moveTo>
                  <a:lnTo>
                    <a:pt x="18655" y="5891"/>
                  </a:lnTo>
                  <a:lnTo>
                    <a:pt x="18655" y="1964"/>
                  </a:lnTo>
                  <a:cubicBezTo>
                    <a:pt x="18655" y="1422"/>
                    <a:pt x="18215" y="982"/>
                    <a:pt x="17673" y="982"/>
                  </a:cubicBezTo>
                  <a:lnTo>
                    <a:pt x="13745" y="982"/>
                  </a:lnTo>
                  <a:lnTo>
                    <a:pt x="12764" y="0"/>
                  </a:lnTo>
                  <a:lnTo>
                    <a:pt x="3927" y="0"/>
                  </a:lnTo>
                  <a:cubicBezTo>
                    <a:pt x="3385" y="0"/>
                    <a:pt x="2945" y="440"/>
                    <a:pt x="2945" y="982"/>
                  </a:cubicBezTo>
                  <a:lnTo>
                    <a:pt x="2945" y="5891"/>
                  </a:lnTo>
                  <a:lnTo>
                    <a:pt x="982" y="5891"/>
                  </a:lnTo>
                  <a:cubicBezTo>
                    <a:pt x="440" y="5891"/>
                    <a:pt x="0" y="6331"/>
                    <a:pt x="0" y="6873"/>
                  </a:cubicBezTo>
                  <a:lnTo>
                    <a:pt x="0" y="8836"/>
                  </a:lnTo>
                  <a:cubicBezTo>
                    <a:pt x="0" y="9379"/>
                    <a:pt x="440" y="9818"/>
                    <a:pt x="982" y="9818"/>
                  </a:cubicBezTo>
                  <a:lnTo>
                    <a:pt x="1964" y="9818"/>
                  </a:lnTo>
                  <a:lnTo>
                    <a:pt x="1964" y="20618"/>
                  </a:lnTo>
                  <a:cubicBezTo>
                    <a:pt x="1964" y="21160"/>
                    <a:pt x="2403" y="21600"/>
                    <a:pt x="2945" y="21600"/>
                  </a:cubicBezTo>
                  <a:lnTo>
                    <a:pt x="18655" y="21600"/>
                  </a:lnTo>
                  <a:cubicBezTo>
                    <a:pt x="19197" y="21600"/>
                    <a:pt x="19636" y="21160"/>
                    <a:pt x="19636" y="20618"/>
                  </a:cubicBezTo>
                  <a:lnTo>
                    <a:pt x="19636" y="9818"/>
                  </a:lnTo>
                  <a:lnTo>
                    <a:pt x="20618" y="9818"/>
                  </a:lnTo>
                  <a:cubicBezTo>
                    <a:pt x="21160" y="9818"/>
                    <a:pt x="21600" y="9379"/>
                    <a:pt x="21600" y="8836"/>
                  </a:cubicBezTo>
                  <a:lnTo>
                    <a:pt x="21600" y="6873"/>
                  </a:lnTo>
                  <a:cubicBezTo>
                    <a:pt x="21600" y="6331"/>
                    <a:pt x="21160" y="5891"/>
                    <a:pt x="20618" y="5891"/>
                  </a:cubicBezTo>
                  <a:moveTo>
                    <a:pt x="7855" y="12763"/>
                  </a:moveTo>
                  <a:lnTo>
                    <a:pt x="13745" y="12763"/>
                  </a:lnTo>
                  <a:lnTo>
                    <a:pt x="13745" y="13745"/>
                  </a:lnTo>
                  <a:lnTo>
                    <a:pt x="7855" y="13745"/>
                  </a:lnTo>
                  <a:cubicBezTo>
                    <a:pt x="7855" y="13745"/>
                    <a:pt x="7855" y="12763"/>
                    <a:pt x="7855" y="12763"/>
                  </a:cubicBezTo>
                  <a:close/>
                  <a:moveTo>
                    <a:pt x="7855" y="14727"/>
                  </a:moveTo>
                  <a:lnTo>
                    <a:pt x="13745" y="14727"/>
                  </a:lnTo>
                  <a:cubicBezTo>
                    <a:pt x="14287" y="14727"/>
                    <a:pt x="14727" y="14287"/>
                    <a:pt x="14727" y="13745"/>
                  </a:cubicBezTo>
                  <a:lnTo>
                    <a:pt x="14727" y="12763"/>
                  </a:lnTo>
                  <a:cubicBezTo>
                    <a:pt x="14727" y="12221"/>
                    <a:pt x="14287" y="11782"/>
                    <a:pt x="13745" y="11782"/>
                  </a:cubicBezTo>
                  <a:lnTo>
                    <a:pt x="7855" y="11782"/>
                  </a:lnTo>
                  <a:cubicBezTo>
                    <a:pt x="7313" y="11782"/>
                    <a:pt x="6873" y="12221"/>
                    <a:pt x="6873" y="12763"/>
                  </a:cubicBezTo>
                  <a:lnTo>
                    <a:pt x="6873" y="13745"/>
                  </a:lnTo>
                  <a:cubicBezTo>
                    <a:pt x="6873" y="14287"/>
                    <a:pt x="7313" y="14727"/>
                    <a:pt x="7855" y="14727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" name="Shape 2592">
              <a:extLst>
                <a:ext uri="{FF2B5EF4-FFF2-40B4-BE49-F238E27FC236}">
                  <a16:creationId xmlns:a16="http://schemas.microsoft.com/office/drawing/2014/main" id="{AE0159E6-C4BE-6BC2-239B-815F2A86DB26}"/>
                </a:ext>
              </a:extLst>
            </p:cNvPr>
            <p:cNvSpPr/>
            <p:nvPr/>
          </p:nvSpPr>
          <p:spPr>
            <a:xfrm>
              <a:off x="6725753" y="1279735"/>
              <a:ext cx="258502" cy="25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2012"/>
                  </a:moveTo>
                  <a:cubicBezTo>
                    <a:pt x="20614" y="12014"/>
                    <a:pt x="20611" y="12016"/>
                    <a:pt x="20607" y="12016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2"/>
                    <a:pt x="18421" y="14352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8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7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2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8"/>
                    <a:pt x="4714" y="18600"/>
                  </a:cubicBezTo>
                  <a:lnTo>
                    <a:pt x="3000" y="16885"/>
                  </a:lnTo>
                  <a:lnTo>
                    <a:pt x="3540" y="15984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6"/>
                  </a:lnTo>
                  <a:cubicBezTo>
                    <a:pt x="989" y="12016"/>
                    <a:pt x="986" y="12014"/>
                    <a:pt x="982" y="12012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6"/>
                    <a:pt x="2616" y="8979"/>
                    <a:pt x="2708" y="8634"/>
                  </a:cubicBezTo>
                  <a:cubicBezTo>
                    <a:pt x="2897" y="7929"/>
                    <a:pt x="3179" y="7249"/>
                    <a:pt x="3548" y="6615"/>
                  </a:cubicBezTo>
                  <a:cubicBezTo>
                    <a:pt x="3727" y="6305"/>
                    <a:pt x="3724" y="5923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9"/>
                    <a:pt x="3000" y="4715"/>
                  </a:cubicBezTo>
                  <a:lnTo>
                    <a:pt x="4715" y="3000"/>
                  </a:lnTo>
                  <a:lnTo>
                    <a:pt x="5621" y="3543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39"/>
                    <a:pt x="6618" y="3552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2"/>
                    <a:pt x="9331" y="2006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6"/>
                  </a:lnTo>
                  <a:cubicBezTo>
                    <a:pt x="12356" y="2352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2"/>
                  </a:cubicBezTo>
                  <a:cubicBezTo>
                    <a:pt x="15134" y="3639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3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9"/>
                    <a:pt x="18597" y="4722"/>
                    <a:pt x="18595" y="4725"/>
                  </a:cubicBezTo>
                  <a:lnTo>
                    <a:pt x="18060" y="5616"/>
                  </a:lnTo>
                  <a:cubicBezTo>
                    <a:pt x="17876" y="5923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6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2"/>
                    <a:pt x="20618" y="12012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0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5"/>
                  </a:lnTo>
                  <a:cubicBezTo>
                    <a:pt x="17292" y="2019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5"/>
                  </a:cubicBezTo>
                  <a:lnTo>
                    <a:pt x="15473" y="2701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1"/>
                  </a:cubicBezTo>
                  <a:lnTo>
                    <a:pt x="5200" y="2145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9"/>
                    <a:pt x="4181" y="2145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0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2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3"/>
                    <a:pt x="1864" y="17137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2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2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7"/>
                    <a:pt x="19641" y="16713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2"/>
                    <a:pt x="21233" y="8730"/>
                    <a:pt x="20880" y="8641"/>
                  </a:cubicBezTo>
                  <a:moveTo>
                    <a:pt x="15709" y="10800"/>
                  </a:moveTo>
                  <a:cubicBezTo>
                    <a:pt x="15709" y="13346"/>
                    <a:pt x="13771" y="15438"/>
                    <a:pt x="11291" y="15685"/>
                  </a:cubicBezTo>
                  <a:lnTo>
                    <a:pt x="11291" y="12694"/>
                  </a:lnTo>
                  <a:cubicBezTo>
                    <a:pt x="12137" y="12476"/>
                    <a:pt x="12764" y="11714"/>
                    <a:pt x="12764" y="10800"/>
                  </a:cubicBezTo>
                  <a:cubicBezTo>
                    <a:pt x="12764" y="10630"/>
                    <a:pt x="12735" y="10468"/>
                    <a:pt x="12694" y="10310"/>
                  </a:cubicBezTo>
                  <a:lnTo>
                    <a:pt x="15308" y="8857"/>
                  </a:lnTo>
                  <a:cubicBezTo>
                    <a:pt x="15565" y="9453"/>
                    <a:pt x="15709" y="10110"/>
                    <a:pt x="15709" y="10800"/>
                  </a:cubicBezTo>
                  <a:moveTo>
                    <a:pt x="9818" y="10800"/>
                  </a:moveTo>
                  <a:cubicBezTo>
                    <a:pt x="9818" y="10258"/>
                    <a:pt x="10258" y="9818"/>
                    <a:pt x="10800" y="9818"/>
                  </a:cubicBezTo>
                  <a:cubicBezTo>
                    <a:pt x="11342" y="9818"/>
                    <a:pt x="11782" y="10258"/>
                    <a:pt x="11782" y="10800"/>
                  </a:cubicBezTo>
                  <a:cubicBezTo>
                    <a:pt x="11782" y="11342"/>
                    <a:pt x="11342" y="11782"/>
                    <a:pt x="10800" y="11782"/>
                  </a:cubicBezTo>
                  <a:cubicBezTo>
                    <a:pt x="10258" y="11782"/>
                    <a:pt x="9818" y="11342"/>
                    <a:pt x="9818" y="10800"/>
                  </a:cubicBezTo>
                  <a:moveTo>
                    <a:pt x="10309" y="15685"/>
                  </a:moveTo>
                  <a:cubicBezTo>
                    <a:pt x="7829" y="15438"/>
                    <a:pt x="5891" y="13346"/>
                    <a:pt x="5891" y="10800"/>
                  </a:cubicBezTo>
                  <a:cubicBezTo>
                    <a:pt x="5891" y="10110"/>
                    <a:pt x="6035" y="9453"/>
                    <a:pt x="6292" y="8857"/>
                  </a:cubicBezTo>
                  <a:lnTo>
                    <a:pt x="8906" y="10310"/>
                  </a:lnTo>
                  <a:cubicBezTo>
                    <a:pt x="8865" y="10468"/>
                    <a:pt x="8836" y="10630"/>
                    <a:pt x="8836" y="10800"/>
                  </a:cubicBezTo>
                  <a:cubicBezTo>
                    <a:pt x="8836" y="11714"/>
                    <a:pt x="9463" y="12476"/>
                    <a:pt x="10309" y="12694"/>
                  </a:cubicBezTo>
                  <a:cubicBezTo>
                    <a:pt x="10309" y="12694"/>
                    <a:pt x="10309" y="15685"/>
                    <a:pt x="10309" y="15685"/>
                  </a:cubicBezTo>
                  <a:close/>
                  <a:moveTo>
                    <a:pt x="10800" y="5891"/>
                  </a:moveTo>
                  <a:cubicBezTo>
                    <a:pt x="12470" y="5891"/>
                    <a:pt x="13942" y="6727"/>
                    <a:pt x="14829" y="8000"/>
                  </a:cubicBezTo>
                  <a:lnTo>
                    <a:pt x="12220" y="9450"/>
                  </a:lnTo>
                  <a:cubicBezTo>
                    <a:pt x="11862" y="9074"/>
                    <a:pt x="11360" y="8836"/>
                    <a:pt x="10800" y="8836"/>
                  </a:cubicBezTo>
                  <a:cubicBezTo>
                    <a:pt x="10240" y="8836"/>
                    <a:pt x="9738" y="9074"/>
                    <a:pt x="9380" y="9450"/>
                  </a:cubicBezTo>
                  <a:lnTo>
                    <a:pt x="6771" y="8000"/>
                  </a:lnTo>
                  <a:cubicBezTo>
                    <a:pt x="7658" y="6727"/>
                    <a:pt x="9130" y="5891"/>
                    <a:pt x="10800" y="5891"/>
                  </a:cubicBezTo>
                  <a:moveTo>
                    <a:pt x="10800" y="4909"/>
                  </a:moveTo>
                  <a:cubicBezTo>
                    <a:pt x="7547" y="4909"/>
                    <a:pt x="4909" y="7547"/>
                    <a:pt x="4909" y="10800"/>
                  </a:cubicBezTo>
                  <a:cubicBezTo>
                    <a:pt x="4909" y="14054"/>
                    <a:pt x="7547" y="16691"/>
                    <a:pt x="10800" y="16691"/>
                  </a:cubicBezTo>
                  <a:cubicBezTo>
                    <a:pt x="14053" y="16691"/>
                    <a:pt x="16691" y="14054"/>
                    <a:pt x="16691" y="10800"/>
                  </a:cubicBezTo>
                  <a:cubicBezTo>
                    <a:pt x="16691" y="7547"/>
                    <a:pt x="14053" y="4909"/>
                    <a:pt x="10800" y="4909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9" name="Shape 2617">
              <a:extLst>
                <a:ext uri="{FF2B5EF4-FFF2-40B4-BE49-F238E27FC236}">
                  <a16:creationId xmlns:a16="http://schemas.microsoft.com/office/drawing/2014/main" id="{170E8B78-057D-C723-5CA8-EB2FEA60B56D}"/>
                </a:ext>
              </a:extLst>
            </p:cNvPr>
            <p:cNvSpPr/>
            <p:nvPr/>
          </p:nvSpPr>
          <p:spPr>
            <a:xfrm>
              <a:off x="5570291" y="4401409"/>
              <a:ext cx="258502" cy="21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1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2"/>
                    <a:pt x="8380" y="7241"/>
                    <a:pt x="8380" y="7241"/>
                  </a:cubicBezTo>
                  <a:cubicBezTo>
                    <a:pt x="8112" y="6505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1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5"/>
                    <a:pt x="12890" y="2039"/>
                    <a:pt x="13313" y="3271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2"/>
                  </a:cubicBezTo>
                  <a:cubicBezTo>
                    <a:pt x="13386" y="9109"/>
                    <a:pt x="13260" y="9534"/>
                    <a:pt x="13227" y="9619"/>
                  </a:cubicBezTo>
                  <a:cubicBezTo>
                    <a:pt x="13219" y="9631"/>
                    <a:pt x="13101" y="9814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1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1"/>
                  </a:cubicBezTo>
                  <a:cubicBezTo>
                    <a:pt x="13957" y="10421"/>
                    <a:pt x="14531" y="9807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5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79"/>
                  </a:cubicBezTo>
                  <a:cubicBezTo>
                    <a:pt x="6540" y="5168"/>
                    <a:pt x="7179" y="6892"/>
                    <a:pt x="7494" y="7758"/>
                  </a:cubicBezTo>
                  <a:cubicBezTo>
                    <a:pt x="7110" y="9740"/>
                    <a:pt x="7642" y="10421"/>
                    <a:pt x="7642" y="10421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6"/>
                  </a:moveTo>
                  <a:cubicBezTo>
                    <a:pt x="19516" y="15006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5"/>
                  </a:cubicBezTo>
                  <a:cubicBezTo>
                    <a:pt x="19388" y="7760"/>
                    <a:pt x="19900" y="6419"/>
                    <a:pt x="19470" y="5184"/>
                  </a:cubicBezTo>
                  <a:cubicBezTo>
                    <a:pt x="18974" y="3714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3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0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5"/>
                    <a:pt x="17332" y="3919"/>
                  </a:cubicBezTo>
                  <a:cubicBezTo>
                    <a:pt x="17375" y="3953"/>
                    <a:pt x="17421" y="3983"/>
                    <a:pt x="17467" y="4008"/>
                  </a:cubicBezTo>
                  <a:cubicBezTo>
                    <a:pt x="17950" y="4265"/>
                    <a:pt x="18131" y="4362"/>
                    <a:pt x="18562" y="5641"/>
                  </a:cubicBezTo>
                  <a:cubicBezTo>
                    <a:pt x="18822" y="6387"/>
                    <a:pt x="18452" y="7378"/>
                    <a:pt x="18253" y="7911"/>
                  </a:cubicBezTo>
                  <a:cubicBezTo>
                    <a:pt x="18161" y="8156"/>
                    <a:pt x="18130" y="8457"/>
                    <a:pt x="18182" y="8718"/>
                  </a:cubicBezTo>
                  <a:cubicBezTo>
                    <a:pt x="18316" y="9392"/>
                    <a:pt x="18254" y="9706"/>
                    <a:pt x="18232" y="9784"/>
                  </a:cubicBezTo>
                  <a:cubicBezTo>
                    <a:pt x="18230" y="9788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3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8"/>
                    <a:pt x="19516" y="15006"/>
                  </a:cubicBezTo>
                  <a:moveTo>
                    <a:pt x="2371" y="16155"/>
                  </a:moveTo>
                  <a:cubicBezTo>
                    <a:pt x="3030" y="15933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8"/>
                    <a:pt x="3367" y="9784"/>
                  </a:cubicBezTo>
                  <a:cubicBezTo>
                    <a:pt x="3346" y="9706"/>
                    <a:pt x="3283" y="9392"/>
                    <a:pt x="3418" y="8718"/>
                  </a:cubicBezTo>
                  <a:cubicBezTo>
                    <a:pt x="3470" y="8457"/>
                    <a:pt x="3439" y="8156"/>
                    <a:pt x="3347" y="7911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2"/>
                    <a:pt x="3649" y="4265"/>
                    <a:pt x="4133" y="4008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5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5"/>
                  </a:cubicBezTo>
                  <a:cubicBezTo>
                    <a:pt x="6045" y="3548"/>
                    <a:pt x="6096" y="3341"/>
                    <a:pt x="6165" y="3134"/>
                  </a:cubicBezTo>
                  <a:cubicBezTo>
                    <a:pt x="6225" y="2950"/>
                    <a:pt x="6289" y="2793"/>
                    <a:pt x="6351" y="2630"/>
                  </a:cubicBezTo>
                  <a:cubicBezTo>
                    <a:pt x="6046" y="2468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4"/>
                    <a:pt x="2130" y="5184"/>
                  </a:cubicBezTo>
                  <a:cubicBezTo>
                    <a:pt x="1700" y="6419"/>
                    <a:pt x="2212" y="7760"/>
                    <a:pt x="2464" y="8435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6"/>
                    <a:pt x="2084" y="15006"/>
                  </a:cubicBezTo>
                  <a:cubicBezTo>
                    <a:pt x="1191" y="15388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Shape 2619">
              <a:extLst>
                <a:ext uri="{FF2B5EF4-FFF2-40B4-BE49-F238E27FC236}">
                  <a16:creationId xmlns:a16="http://schemas.microsoft.com/office/drawing/2014/main" id="{9AEBEEB0-03CA-6044-C117-053F662B6E22}"/>
                </a:ext>
              </a:extLst>
            </p:cNvPr>
            <p:cNvSpPr/>
            <p:nvPr/>
          </p:nvSpPr>
          <p:spPr>
            <a:xfrm>
              <a:off x="8047650" y="4439937"/>
              <a:ext cx="258502" cy="258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2364" y="11941"/>
                  </a:moveTo>
                  <a:lnTo>
                    <a:pt x="13062" y="14033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5" y="12790"/>
                  </a:lnTo>
                  <a:lnTo>
                    <a:pt x="8508" y="14033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6"/>
                  </a:lnTo>
                  <a:lnTo>
                    <a:pt x="7511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6"/>
                  </a:lnTo>
                  <a:lnTo>
                    <a:pt x="12144" y="11282"/>
                  </a:lnTo>
                  <a:cubicBezTo>
                    <a:pt x="12144" y="11282"/>
                    <a:pt x="12364" y="11941"/>
                    <a:pt x="12364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9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2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9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19"/>
                    <a:pt x="7232" y="2943"/>
                    <a:pt x="10800" y="2943"/>
                  </a:cubicBezTo>
                  <a:cubicBezTo>
                    <a:pt x="14368" y="2943"/>
                    <a:pt x="17579" y="1719"/>
                    <a:pt x="18823" y="1179"/>
                  </a:cubicBezTo>
                  <a:cubicBezTo>
                    <a:pt x="19278" y="2918"/>
                    <a:pt x="20618" y="7466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8" y="356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7"/>
                    <a:pt x="2257" y="42"/>
                  </a:cubicBezTo>
                  <a:cubicBezTo>
                    <a:pt x="2124" y="101"/>
                    <a:pt x="2023" y="216"/>
                    <a:pt x="1983" y="356"/>
                  </a:cubicBezTo>
                  <a:cubicBezTo>
                    <a:pt x="1963" y="426"/>
                    <a:pt x="0" y="6376"/>
                    <a:pt x="0" y="12263"/>
                  </a:cubicBezTo>
                  <a:cubicBezTo>
                    <a:pt x="0" y="18484"/>
                    <a:pt x="10271" y="21491"/>
                    <a:pt x="10708" y="21575"/>
                  </a:cubicBezTo>
                  <a:cubicBezTo>
                    <a:pt x="10739" y="21580"/>
                    <a:pt x="10770" y="21583"/>
                    <a:pt x="10800" y="21583"/>
                  </a:cubicBezTo>
                  <a:cubicBezTo>
                    <a:pt x="10831" y="21583"/>
                    <a:pt x="10862" y="21580"/>
                    <a:pt x="10892" y="21575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6"/>
                    <a:pt x="19637" y="426"/>
                    <a:pt x="19618" y="356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Shape 2604">
              <a:extLst>
                <a:ext uri="{FF2B5EF4-FFF2-40B4-BE49-F238E27FC236}">
                  <a16:creationId xmlns:a16="http://schemas.microsoft.com/office/drawing/2014/main" id="{E94196D0-D99A-E7A8-B73B-B1FB3702EA5C}"/>
                </a:ext>
              </a:extLst>
            </p:cNvPr>
            <p:cNvSpPr/>
            <p:nvPr/>
          </p:nvSpPr>
          <p:spPr>
            <a:xfrm>
              <a:off x="4143673" y="1346013"/>
              <a:ext cx="258504" cy="21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" name="Google Shape;131;p16">
            <a:extLst>
              <a:ext uri="{FF2B5EF4-FFF2-40B4-BE49-F238E27FC236}">
                <a16:creationId xmlns:a16="http://schemas.microsoft.com/office/drawing/2014/main" id="{6E1F8151-BE82-894C-A618-6DF7E37192D5}"/>
              </a:ext>
            </a:extLst>
          </p:cNvPr>
          <p:cNvSpPr txBox="1"/>
          <p:nvPr/>
        </p:nvSpPr>
        <p:spPr>
          <a:xfrm>
            <a:off x="1174053" y="577160"/>
            <a:ext cx="4364403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Lato" panose="020F0502020204030203" pitchFamily="34" charset="0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r>
              <a:rPr lang="en" sz="2100" b="1" spc="3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sym typeface="Fira Sans Extra Condensed Medium"/>
              </a:rPr>
              <a:t>DA Billing Roadmap 2026</a:t>
            </a:r>
            <a:endParaRPr sz="2100" b="1" spc="3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0073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B070C3-3B5F-D19F-0F44-528F2330AC19}"/>
              </a:ext>
            </a:extLst>
          </p:cNvPr>
          <p:cNvGrpSpPr/>
          <p:nvPr/>
        </p:nvGrpSpPr>
        <p:grpSpPr>
          <a:xfrm>
            <a:off x="464506" y="1555248"/>
            <a:ext cx="5839139" cy="2475854"/>
            <a:chOff x="506308" y="1166978"/>
            <a:chExt cx="8018696" cy="3400009"/>
          </a:xfrm>
        </p:grpSpPr>
        <p:sp>
          <p:nvSpPr>
            <p:cNvPr id="125" name="Google Shape;125;p16"/>
            <p:cNvSpPr/>
            <p:nvPr/>
          </p:nvSpPr>
          <p:spPr>
            <a:xfrm>
              <a:off x="4361539" y="1753039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C0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" name="Google Shape;125;p16">
              <a:extLst>
                <a:ext uri="{FF2B5EF4-FFF2-40B4-BE49-F238E27FC236}">
                  <a16:creationId xmlns:a16="http://schemas.microsoft.com/office/drawing/2014/main" id="{5EBF3E87-ADD6-9D73-C122-3BDB11080EDE}"/>
                </a:ext>
              </a:extLst>
            </p:cNvPr>
            <p:cNvSpPr/>
            <p:nvPr/>
          </p:nvSpPr>
          <p:spPr>
            <a:xfrm>
              <a:off x="6734642" y="1753039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D44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" name="Google Shape;125;p16">
              <a:extLst>
                <a:ext uri="{FF2B5EF4-FFF2-40B4-BE49-F238E27FC236}">
                  <a16:creationId xmlns:a16="http://schemas.microsoft.com/office/drawing/2014/main" id="{B8E26174-0573-0206-435B-D956A9BE1E5C}"/>
                </a:ext>
              </a:extLst>
            </p:cNvPr>
            <p:cNvSpPr/>
            <p:nvPr/>
          </p:nvSpPr>
          <p:spPr>
            <a:xfrm>
              <a:off x="1987322" y="1753039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5E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 dirty="0"/>
            </a:p>
          </p:txBody>
        </p:sp>
        <p:sp>
          <p:nvSpPr>
            <p:cNvPr id="36" name="Google Shape;125;p16">
              <a:extLst>
                <a:ext uri="{FF2B5EF4-FFF2-40B4-BE49-F238E27FC236}">
                  <a16:creationId xmlns:a16="http://schemas.microsoft.com/office/drawing/2014/main" id="{8189F126-DB7F-5216-FA46-4DDA88E0117A}"/>
                </a:ext>
              </a:extLst>
            </p:cNvPr>
            <p:cNvSpPr/>
            <p:nvPr/>
          </p:nvSpPr>
          <p:spPr>
            <a:xfrm flipV="1">
              <a:off x="8149131" y="3116482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594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" name="Google Shape;125;p16">
              <a:extLst>
                <a:ext uri="{FF2B5EF4-FFF2-40B4-BE49-F238E27FC236}">
                  <a16:creationId xmlns:a16="http://schemas.microsoft.com/office/drawing/2014/main" id="{CD69F237-C15B-8047-9F9B-3CB05A4BCE5E}"/>
                </a:ext>
              </a:extLst>
            </p:cNvPr>
            <p:cNvSpPr/>
            <p:nvPr/>
          </p:nvSpPr>
          <p:spPr>
            <a:xfrm flipV="1">
              <a:off x="5511915" y="3116482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C7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" name="Google Shape;125;p16">
              <a:extLst>
                <a:ext uri="{FF2B5EF4-FFF2-40B4-BE49-F238E27FC236}">
                  <a16:creationId xmlns:a16="http://schemas.microsoft.com/office/drawing/2014/main" id="{6E49EF29-2CE5-65AF-E176-D3BE5E7049B7}"/>
                </a:ext>
              </a:extLst>
            </p:cNvPr>
            <p:cNvSpPr/>
            <p:nvPr/>
          </p:nvSpPr>
          <p:spPr>
            <a:xfrm flipV="1">
              <a:off x="3138739" y="3116482"/>
              <a:ext cx="215811" cy="1141188"/>
            </a:xfrm>
            <a:custGeom>
              <a:avLst/>
              <a:gdLst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432 h 10000"/>
                <a:gd name="connsiteX2" fmla="*/ 7711 w 10000"/>
                <a:gd name="connsiteY2" fmla="*/ 10000 h 10000"/>
                <a:gd name="connsiteX3" fmla="*/ 10000 w 10000"/>
                <a:gd name="connsiteY3" fmla="*/ 10000 h 10000"/>
                <a:gd name="connsiteX4" fmla="*/ 8344 w 10000"/>
                <a:gd name="connsiteY4" fmla="*/ 9645 h 10000"/>
                <a:gd name="connsiteX5" fmla="*/ 2367 w 10000"/>
                <a:gd name="connsiteY5" fmla="*/ 7432 h 10000"/>
                <a:gd name="connsiteX6" fmla="*/ 2367 w 10000"/>
                <a:gd name="connsiteY6" fmla="*/ 0 h 10000"/>
                <a:gd name="connsiteX7" fmla="*/ 0 w 10000"/>
                <a:gd name="connsiteY7" fmla="*/ 0 h 10000"/>
                <a:gd name="connsiteX0" fmla="*/ 0 w 9379"/>
                <a:gd name="connsiteY0" fmla="*/ 0 h 10191"/>
                <a:gd name="connsiteX1" fmla="*/ 0 w 9379"/>
                <a:gd name="connsiteY1" fmla="*/ 7432 h 10191"/>
                <a:gd name="connsiteX2" fmla="*/ 7711 w 9379"/>
                <a:gd name="connsiteY2" fmla="*/ 10000 h 10191"/>
                <a:gd name="connsiteX3" fmla="*/ 9379 w 9379"/>
                <a:gd name="connsiteY3" fmla="*/ 10191 h 10191"/>
                <a:gd name="connsiteX4" fmla="*/ 8344 w 9379"/>
                <a:gd name="connsiteY4" fmla="*/ 9645 h 10191"/>
                <a:gd name="connsiteX5" fmla="*/ 2367 w 9379"/>
                <a:gd name="connsiteY5" fmla="*/ 7432 h 10191"/>
                <a:gd name="connsiteX6" fmla="*/ 2367 w 9379"/>
                <a:gd name="connsiteY6" fmla="*/ 0 h 10191"/>
                <a:gd name="connsiteX7" fmla="*/ 0 w 9379"/>
                <a:gd name="connsiteY7" fmla="*/ 0 h 10191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  <a:gd name="connsiteX0" fmla="*/ 0 w 10000"/>
                <a:gd name="connsiteY0" fmla="*/ 0 h 10000"/>
                <a:gd name="connsiteX1" fmla="*/ 0 w 10000"/>
                <a:gd name="connsiteY1" fmla="*/ 7293 h 10000"/>
                <a:gd name="connsiteX2" fmla="*/ 8222 w 10000"/>
                <a:gd name="connsiteY2" fmla="*/ 9813 h 10000"/>
                <a:gd name="connsiteX3" fmla="*/ 10000 w 10000"/>
                <a:gd name="connsiteY3" fmla="*/ 10000 h 10000"/>
                <a:gd name="connsiteX4" fmla="*/ 8455 w 10000"/>
                <a:gd name="connsiteY4" fmla="*/ 9485 h 10000"/>
                <a:gd name="connsiteX5" fmla="*/ 2524 w 10000"/>
                <a:gd name="connsiteY5" fmla="*/ 7293 h 10000"/>
                <a:gd name="connsiteX6" fmla="*/ 2524 w 10000"/>
                <a:gd name="connsiteY6" fmla="*/ 0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 extrusionOk="0">
                  <a:moveTo>
                    <a:pt x="0" y="0"/>
                  </a:moveTo>
                  <a:lnTo>
                    <a:pt x="0" y="7293"/>
                  </a:lnTo>
                  <a:cubicBezTo>
                    <a:pt x="0" y="8378"/>
                    <a:pt x="3255" y="9344"/>
                    <a:pt x="8222" y="9813"/>
                  </a:cubicBezTo>
                  <a:lnTo>
                    <a:pt x="10000" y="10000"/>
                  </a:lnTo>
                  <a:cubicBezTo>
                    <a:pt x="10000" y="9893"/>
                    <a:pt x="8455" y="9592"/>
                    <a:pt x="8455" y="9485"/>
                  </a:cubicBezTo>
                  <a:cubicBezTo>
                    <a:pt x="5270" y="8942"/>
                    <a:pt x="2524" y="8287"/>
                    <a:pt x="2524" y="7293"/>
                  </a:cubicBezTo>
                  <a:lnTo>
                    <a:pt x="25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C7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F1363FC-26B3-5900-135F-C2AC56A6F70E}"/>
                </a:ext>
              </a:extLst>
            </p:cNvPr>
            <p:cNvGrpSpPr/>
            <p:nvPr/>
          </p:nvGrpSpPr>
          <p:grpSpPr>
            <a:xfrm>
              <a:off x="506308" y="1372787"/>
              <a:ext cx="1317699" cy="813551"/>
              <a:chOff x="461406" y="1515379"/>
              <a:chExt cx="1317699" cy="813551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461406" y="1794030"/>
                <a:ext cx="1317699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en-US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Sed ut unde perspiciatis iste</a:t>
                </a:r>
              </a:p>
            </p:txBody>
          </p:sp>
          <p:sp>
            <p:nvSpPr>
              <p:cNvPr id="123" name="Google Shape;123;p16"/>
              <p:cNvSpPr txBox="1"/>
              <p:nvPr/>
            </p:nvSpPr>
            <p:spPr>
              <a:xfrm>
                <a:off x="461406" y="1515379"/>
                <a:ext cx="1317699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US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Consequat</a:t>
                </a:r>
              </a:p>
            </p:txBody>
          </p:sp>
        </p:grpSp>
        <p:sp>
          <p:nvSpPr>
            <p:cNvPr id="126" name="Google Shape;126;p16"/>
            <p:cNvSpPr/>
            <p:nvPr/>
          </p:nvSpPr>
          <p:spPr>
            <a:xfrm>
              <a:off x="3460550" y="2749718"/>
              <a:ext cx="1240050" cy="464970"/>
            </a:xfrm>
            <a:prstGeom prst="chevron">
              <a:avLst/>
            </a:prstGeom>
            <a:solidFill>
              <a:srgbClr val="78C0BD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2020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857BB4-C062-EA37-2B31-AB7771F8F04A}"/>
                </a:ext>
              </a:extLst>
            </p:cNvPr>
            <p:cNvGrpSpPr/>
            <p:nvPr/>
          </p:nvGrpSpPr>
          <p:grpSpPr>
            <a:xfrm>
              <a:off x="2891560" y="1372787"/>
              <a:ext cx="1327092" cy="813551"/>
              <a:chOff x="2808081" y="1515379"/>
              <a:chExt cx="1458882" cy="813551"/>
            </a:xfrm>
          </p:grpSpPr>
          <p:sp>
            <p:nvSpPr>
              <p:cNvPr id="130" name="Google Shape;130;p16"/>
              <p:cNvSpPr txBox="1"/>
              <p:nvPr/>
            </p:nvSpPr>
            <p:spPr>
              <a:xfrm>
                <a:off x="2819989" y="1794030"/>
                <a:ext cx="1446974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da-DK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Natus error sit totam ccusantium</a:t>
                </a:r>
                <a:endParaRPr lang="en-US" sz="825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/>
                  <a:cs typeface="Open Sans" pitchFamily="2" charset="0"/>
                  <a:sym typeface="Roboto"/>
                </a:endParaRPr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2808081" y="1515379"/>
                <a:ext cx="1458882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IN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 Dolor Sit</a:t>
                </a:r>
              </a:p>
            </p:txBody>
          </p:sp>
        </p:grpSp>
        <p:sp>
          <p:nvSpPr>
            <p:cNvPr id="134" name="Google Shape;134;p16"/>
            <p:cNvSpPr/>
            <p:nvPr/>
          </p:nvSpPr>
          <p:spPr>
            <a:xfrm>
              <a:off x="5831075" y="2749718"/>
              <a:ext cx="1240375" cy="464970"/>
            </a:xfrm>
            <a:prstGeom prst="chevron">
              <a:avLst/>
            </a:prstGeom>
            <a:solidFill>
              <a:srgbClr val="C0D44A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2022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3C5E02-7164-143C-1B81-D2800E825C95}"/>
                </a:ext>
              </a:extLst>
            </p:cNvPr>
            <p:cNvGrpSpPr/>
            <p:nvPr/>
          </p:nvGrpSpPr>
          <p:grpSpPr>
            <a:xfrm>
              <a:off x="5164520" y="1372787"/>
              <a:ext cx="1421130" cy="813551"/>
              <a:chOff x="5219660" y="1515379"/>
              <a:chExt cx="1421130" cy="813551"/>
            </a:xfrm>
          </p:grpSpPr>
          <p:sp>
            <p:nvSpPr>
              <p:cNvPr id="137" name="Google Shape;137;p16"/>
              <p:cNvSpPr txBox="1"/>
              <p:nvPr/>
            </p:nvSpPr>
            <p:spPr>
              <a:xfrm>
                <a:off x="5219660" y="1794030"/>
                <a:ext cx="1421129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it-IT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Eaque ipsa quae ab illo inventore</a:t>
                </a:r>
                <a:endParaRPr lang="en-US" sz="825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/>
                  <a:cs typeface="Open Sans" pitchFamily="2" charset="0"/>
                  <a:sym typeface="Roboto"/>
                </a:endParaRPr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5219661" y="1515379"/>
                <a:ext cx="1421129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IN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Consectetur</a:t>
                </a:r>
              </a:p>
            </p:txBody>
          </p:sp>
        </p:grpSp>
        <p:sp>
          <p:nvSpPr>
            <p:cNvPr id="141" name="Google Shape;141;p16"/>
            <p:cNvSpPr/>
            <p:nvPr/>
          </p:nvSpPr>
          <p:spPr>
            <a:xfrm>
              <a:off x="2275275" y="2749718"/>
              <a:ext cx="1240075" cy="464970"/>
            </a:xfrm>
            <a:prstGeom prst="chevron">
              <a:avLst/>
            </a:prstGeom>
            <a:solidFill>
              <a:srgbClr val="77C7E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2019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A8F33EB-AD7A-6FDC-5B20-4CE926089326}"/>
                </a:ext>
              </a:extLst>
            </p:cNvPr>
            <p:cNvGrpSpPr/>
            <p:nvPr/>
          </p:nvGrpSpPr>
          <p:grpSpPr>
            <a:xfrm>
              <a:off x="1603136" y="3753427"/>
              <a:ext cx="1401301" cy="813560"/>
              <a:chOff x="1614601" y="3655117"/>
              <a:chExt cx="1401301" cy="813560"/>
            </a:xfrm>
          </p:grpSpPr>
          <p:sp>
            <p:nvSpPr>
              <p:cNvPr id="144" name="Google Shape;144;p16"/>
              <p:cNvSpPr txBox="1"/>
              <p:nvPr/>
            </p:nvSpPr>
            <p:spPr>
              <a:xfrm>
                <a:off x="1614602" y="3933777"/>
                <a:ext cx="140130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en-US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inventore veritatis  vitae et quasi</a:t>
                </a:r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1614601" y="3655117"/>
                <a:ext cx="1401300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IN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Adipiscing</a:t>
                </a:r>
              </a:p>
            </p:txBody>
          </p:sp>
        </p:grpSp>
        <p:sp>
          <p:nvSpPr>
            <p:cNvPr id="148" name="Google Shape;148;p16"/>
            <p:cNvSpPr/>
            <p:nvPr/>
          </p:nvSpPr>
          <p:spPr>
            <a:xfrm>
              <a:off x="4645825" y="2749718"/>
              <a:ext cx="1240350" cy="464970"/>
            </a:xfrm>
            <a:prstGeom prst="chevron">
              <a:avLst/>
            </a:prstGeom>
            <a:solidFill>
              <a:srgbClr val="85C79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2021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B25A3B-DD7A-5BDD-6DF4-F912242E762C}"/>
                </a:ext>
              </a:extLst>
            </p:cNvPr>
            <p:cNvGrpSpPr/>
            <p:nvPr/>
          </p:nvGrpSpPr>
          <p:grpSpPr>
            <a:xfrm>
              <a:off x="3852505" y="3753427"/>
              <a:ext cx="1516507" cy="813560"/>
              <a:chOff x="3833131" y="3655117"/>
              <a:chExt cx="1516507" cy="813560"/>
            </a:xfrm>
          </p:grpSpPr>
          <p:sp>
            <p:nvSpPr>
              <p:cNvPr id="154" name="Google Shape;154;p16"/>
              <p:cNvSpPr txBox="1"/>
              <p:nvPr/>
            </p:nvSpPr>
            <p:spPr>
              <a:xfrm>
                <a:off x="3833133" y="3933777"/>
                <a:ext cx="1516505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pt-BR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Nemo enim ipsam voluptatem quia</a:t>
                </a:r>
                <a:endParaRPr lang="en-US" sz="825" dirty="0">
                  <a:solidFill>
                    <a:schemeClr val="bg1">
                      <a:lumMod val="65000"/>
                    </a:schemeClr>
                  </a:solidFill>
                  <a:latin typeface="+mn-lt"/>
                  <a:ea typeface="Roboto"/>
                  <a:cs typeface="Open Sans" pitchFamily="2" charset="0"/>
                  <a:sym typeface="Roboto"/>
                </a:endParaRPr>
              </a:p>
            </p:txBody>
          </p:sp>
          <p:sp>
            <p:nvSpPr>
              <p:cNvPr id="155" name="Google Shape;155;p16"/>
              <p:cNvSpPr txBox="1"/>
              <p:nvPr/>
            </p:nvSpPr>
            <p:spPr>
              <a:xfrm>
                <a:off x="3833131" y="3655117"/>
                <a:ext cx="1516506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IN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Eiusmod Sed</a:t>
                </a:r>
              </a:p>
            </p:txBody>
          </p:sp>
        </p:grp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EDFE9E5-9CEA-8D33-F627-C07245B14E9D}"/>
                </a:ext>
              </a:extLst>
            </p:cNvPr>
            <p:cNvSpPr/>
            <p:nvPr/>
          </p:nvSpPr>
          <p:spPr>
            <a:xfrm>
              <a:off x="7016375" y="2749718"/>
              <a:ext cx="1508629" cy="464970"/>
            </a:xfrm>
            <a:prstGeom prst="chevron">
              <a:avLst/>
            </a:prstGeom>
            <a:solidFill>
              <a:srgbClr val="E4594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2023</a:t>
              </a:r>
              <a:endParaRPr sz="12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9D34F66-F0F4-D031-52FD-3DACCD60681D}"/>
                </a:ext>
              </a:extLst>
            </p:cNvPr>
            <p:cNvGrpSpPr/>
            <p:nvPr/>
          </p:nvGrpSpPr>
          <p:grpSpPr>
            <a:xfrm>
              <a:off x="6499706" y="3753427"/>
              <a:ext cx="1493007" cy="813560"/>
              <a:chOff x="6491418" y="3655117"/>
              <a:chExt cx="1493007" cy="813560"/>
            </a:xfrm>
          </p:grpSpPr>
          <p:sp>
            <p:nvSpPr>
              <p:cNvPr id="161" name="Google Shape;161;p16"/>
              <p:cNvSpPr txBox="1"/>
              <p:nvPr/>
            </p:nvSpPr>
            <p:spPr>
              <a:xfrm>
                <a:off x="6491420" y="3933777"/>
                <a:ext cx="1493005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t" anchorCtr="0">
                <a:noAutofit/>
              </a:bodyPr>
              <a:lstStyle/>
              <a:p>
                <a:pPr algn="r"/>
                <a:r>
                  <a:rPr lang="en-US" sz="825" dirty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Roboto"/>
                    <a:cs typeface="Open Sans" pitchFamily="2" charset="0"/>
                    <a:sym typeface="Roboto"/>
                  </a:rPr>
                  <a:t>voluptas aut odit aspernatur aut</a:t>
                </a:r>
              </a:p>
            </p:txBody>
          </p:sp>
          <p:sp>
            <p:nvSpPr>
              <p:cNvPr id="162" name="Google Shape;162;p16"/>
              <p:cNvSpPr txBox="1"/>
              <p:nvPr/>
            </p:nvSpPr>
            <p:spPr>
              <a:xfrm>
                <a:off x="6491418" y="3655117"/>
                <a:ext cx="1493006" cy="42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r"/>
                <a:r>
                  <a:rPr lang="en-IN" sz="105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Fira Sans Extra Condensed Medium"/>
                    <a:sym typeface="Fira Sans Extra Condensed Medium"/>
                  </a:rPr>
                  <a:t> Tempor Elit</a:t>
                </a:r>
              </a:p>
            </p:txBody>
          </p:sp>
        </p:grpSp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8F9EC768-5875-E953-65D7-82AF6A74A4E8}"/>
                </a:ext>
              </a:extLst>
            </p:cNvPr>
            <p:cNvSpPr/>
            <p:nvPr/>
          </p:nvSpPr>
          <p:spPr>
            <a:xfrm>
              <a:off x="739137" y="2749718"/>
              <a:ext cx="1587362" cy="464970"/>
            </a:xfrm>
            <a:prstGeom prst="homePlate">
              <a:avLst/>
            </a:prstGeom>
            <a:solidFill>
              <a:srgbClr val="5B5ED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Fira Sans Extra Condensed"/>
                  <a:sym typeface="Fira Sans Extra Condensed"/>
                </a:rPr>
                <a:t>2018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1A1512-6174-7C53-302C-693E2B2741DE}"/>
                </a:ext>
              </a:extLst>
            </p:cNvPr>
            <p:cNvSpPr/>
            <p:nvPr/>
          </p:nvSpPr>
          <p:spPr>
            <a:xfrm>
              <a:off x="1927561" y="1684089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5B5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A4611E-847D-125F-62E5-3579C4D38BE7}"/>
                </a:ext>
              </a:extLst>
            </p:cNvPr>
            <p:cNvSpPr/>
            <p:nvPr/>
          </p:nvSpPr>
          <p:spPr>
            <a:xfrm>
              <a:off x="4307635" y="1684089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78C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15D6E5-72A3-D090-8301-C088FDF4FDD1}"/>
                </a:ext>
              </a:extLst>
            </p:cNvPr>
            <p:cNvSpPr/>
            <p:nvPr/>
          </p:nvSpPr>
          <p:spPr>
            <a:xfrm>
              <a:off x="6677114" y="1684089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C0D4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0090B9C-ABD0-64D6-1CA2-41A952F35FD8}"/>
                </a:ext>
              </a:extLst>
            </p:cNvPr>
            <p:cNvSpPr/>
            <p:nvPr/>
          </p:nvSpPr>
          <p:spPr>
            <a:xfrm>
              <a:off x="3090199" y="4118166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77C7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82DCC52-E695-C7BA-7CE5-E3770B46FB8E}"/>
                </a:ext>
              </a:extLst>
            </p:cNvPr>
            <p:cNvSpPr/>
            <p:nvPr/>
          </p:nvSpPr>
          <p:spPr>
            <a:xfrm>
              <a:off x="5462702" y="4118166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85C7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0D612E3-35C2-886A-E48D-4CDA62CC6BFE}"/>
                </a:ext>
              </a:extLst>
            </p:cNvPr>
            <p:cNvSpPr/>
            <p:nvPr/>
          </p:nvSpPr>
          <p:spPr>
            <a:xfrm>
              <a:off x="8095607" y="4118166"/>
              <a:ext cx="162590" cy="162590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rgbClr val="E459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  <p:sp>
          <p:nvSpPr>
            <p:cNvPr id="25" name="Shape 2536">
              <a:extLst>
                <a:ext uri="{FF2B5EF4-FFF2-40B4-BE49-F238E27FC236}">
                  <a16:creationId xmlns:a16="http://schemas.microsoft.com/office/drawing/2014/main" id="{4C942326-FD15-DCB4-722D-CCA75B0B6A1B}"/>
                </a:ext>
              </a:extLst>
            </p:cNvPr>
            <p:cNvSpPr/>
            <p:nvPr/>
          </p:nvSpPr>
          <p:spPr>
            <a:xfrm>
              <a:off x="2633057" y="3526411"/>
              <a:ext cx="258503" cy="25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" name="Shape 2569">
              <a:extLst>
                <a:ext uri="{FF2B5EF4-FFF2-40B4-BE49-F238E27FC236}">
                  <a16:creationId xmlns:a16="http://schemas.microsoft.com/office/drawing/2014/main" id="{AFCC7C1D-A0B0-4043-8477-46D93746C276}"/>
                </a:ext>
              </a:extLst>
            </p:cNvPr>
            <p:cNvSpPr/>
            <p:nvPr/>
          </p:nvSpPr>
          <p:spPr>
            <a:xfrm>
              <a:off x="1477249" y="1166978"/>
              <a:ext cx="258503" cy="258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8836"/>
                  </a:moveTo>
                  <a:lnTo>
                    <a:pt x="982" y="8836"/>
                  </a:lnTo>
                  <a:lnTo>
                    <a:pt x="982" y="6873"/>
                  </a:lnTo>
                  <a:lnTo>
                    <a:pt x="20618" y="6873"/>
                  </a:lnTo>
                  <a:cubicBezTo>
                    <a:pt x="20618" y="6873"/>
                    <a:pt x="20618" y="8836"/>
                    <a:pt x="20618" y="8836"/>
                  </a:cubicBezTo>
                  <a:close/>
                  <a:moveTo>
                    <a:pt x="18655" y="20618"/>
                  </a:moveTo>
                  <a:lnTo>
                    <a:pt x="2945" y="20618"/>
                  </a:lnTo>
                  <a:lnTo>
                    <a:pt x="2945" y="9818"/>
                  </a:lnTo>
                  <a:lnTo>
                    <a:pt x="18655" y="9818"/>
                  </a:lnTo>
                  <a:cubicBezTo>
                    <a:pt x="18655" y="9818"/>
                    <a:pt x="18655" y="20618"/>
                    <a:pt x="18655" y="20618"/>
                  </a:cubicBezTo>
                  <a:close/>
                  <a:moveTo>
                    <a:pt x="3927" y="982"/>
                  </a:moveTo>
                  <a:lnTo>
                    <a:pt x="11782" y="982"/>
                  </a:lnTo>
                  <a:lnTo>
                    <a:pt x="11782" y="3436"/>
                  </a:lnTo>
                  <a:cubicBezTo>
                    <a:pt x="11782" y="3708"/>
                    <a:pt x="12002" y="3927"/>
                    <a:pt x="12273" y="3927"/>
                  </a:cubicBezTo>
                  <a:lnTo>
                    <a:pt x="14727" y="3927"/>
                  </a:lnTo>
                  <a:lnTo>
                    <a:pt x="14727" y="5891"/>
                  </a:lnTo>
                  <a:lnTo>
                    <a:pt x="3927" y="5891"/>
                  </a:lnTo>
                  <a:cubicBezTo>
                    <a:pt x="3927" y="5891"/>
                    <a:pt x="3927" y="982"/>
                    <a:pt x="3927" y="982"/>
                  </a:cubicBezTo>
                  <a:close/>
                  <a:moveTo>
                    <a:pt x="12764" y="1473"/>
                  </a:moveTo>
                  <a:lnTo>
                    <a:pt x="14236" y="2945"/>
                  </a:lnTo>
                  <a:lnTo>
                    <a:pt x="12764" y="2945"/>
                  </a:lnTo>
                  <a:cubicBezTo>
                    <a:pt x="12764" y="2945"/>
                    <a:pt x="12764" y="1473"/>
                    <a:pt x="12764" y="1473"/>
                  </a:cubicBezTo>
                  <a:close/>
                  <a:moveTo>
                    <a:pt x="17673" y="1964"/>
                  </a:moveTo>
                  <a:lnTo>
                    <a:pt x="17673" y="5891"/>
                  </a:lnTo>
                  <a:lnTo>
                    <a:pt x="15709" y="5891"/>
                  </a:lnTo>
                  <a:lnTo>
                    <a:pt x="15709" y="2945"/>
                  </a:lnTo>
                  <a:lnTo>
                    <a:pt x="14727" y="1964"/>
                  </a:lnTo>
                  <a:cubicBezTo>
                    <a:pt x="14727" y="1964"/>
                    <a:pt x="17673" y="1964"/>
                    <a:pt x="17673" y="1964"/>
                  </a:cubicBezTo>
                  <a:close/>
                  <a:moveTo>
                    <a:pt x="20618" y="5891"/>
                  </a:moveTo>
                  <a:lnTo>
                    <a:pt x="18655" y="5891"/>
                  </a:lnTo>
                  <a:lnTo>
                    <a:pt x="18655" y="1964"/>
                  </a:lnTo>
                  <a:cubicBezTo>
                    <a:pt x="18655" y="1422"/>
                    <a:pt x="18215" y="982"/>
                    <a:pt x="17673" y="982"/>
                  </a:cubicBezTo>
                  <a:lnTo>
                    <a:pt x="13745" y="982"/>
                  </a:lnTo>
                  <a:lnTo>
                    <a:pt x="12764" y="0"/>
                  </a:lnTo>
                  <a:lnTo>
                    <a:pt x="3927" y="0"/>
                  </a:lnTo>
                  <a:cubicBezTo>
                    <a:pt x="3385" y="0"/>
                    <a:pt x="2945" y="440"/>
                    <a:pt x="2945" y="982"/>
                  </a:cubicBezTo>
                  <a:lnTo>
                    <a:pt x="2945" y="5891"/>
                  </a:lnTo>
                  <a:lnTo>
                    <a:pt x="982" y="5891"/>
                  </a:lnTo>
                  <a:cubicBezTo>
                    <a:pt x="440" y="5891"/>
                    <a:pt x="0" y="6331"/>
                    <a:pt x="0" y="6873"/>
                  </a:cubicBezTo>
                  <a:lnTo>
                    <a:pt x="0" y="8836"/>
                  </a:lnTo>
                  <a:cubicBezTo>
                    <a:pt x="0" y="9379"/>
                    <a:pt x="440" y="9818"/>
                    <a:pt x="982" y="9818"/>
                  </a:cubicBezTo>
                  <a:lnTo>
                    <a:pt x="1964" y="9818"/>
                  </a:lnTo>
                  <a:lnTo>
                    <a:pt x="1964" y="20618"/>
                  </a:lnTo>
                  <a:cubicBezTo>
                    <a:pt x="1964" y="21160"/>
                    <a:pt x="2403" y="21600"/>
                    <a:pt x="2945" y="21600"/>
                  </a:cubicBezTo>
                  <a:lnTo>
                    <a:pt x="18655" y="21600"/>
                  </a:lnTo>
                  <a:cubicBezTo>
                    <a:pt x="19197" y="21600"/>
                    <a:pt x="19636" y="21160"/>
                    <a:pt x="19636" y="20618"/>
                  </a:cubicBezTo>
                  <a:lnTo>
                    <a:pt x="19636" y="9818"/>
                  </a:lnTo>
                  <a:lnTo>
                    <a:pt x="20618" y="9818"/>
                  </a:lnTo>
                  <a:cubicBezTo>
                    <a:pt x="21160" y="9818"/>
                    <a:pt x="21600" y="9379"/>
                    <a:pt x="21600" y="8836"/>
                  </a:cubicBezTo>
                  <a:lnTo>
                    <a:pt x="21600" y="6873"/>
                  </a:lnTo>
                  <a:cubicBezTo>
                    <a:pt x="21600" y="6331"/>
                    <a:pt x="21160" y="5891"/>
                    <a:pt x="20618" y="5891"/>
                  </a:cubicBezTo>
                  <a:moveTo>
                    <a:pt x="7855" y="12763"/>
                  </a:moveTo>
                  <a:lnTo>
                    <a:pt x="13745" y="12763"/>
                  </a:lnTo>
                  <a:lnTo>
                    <a:pt x="13745" y="13745"/>
                  </a:lnTo>
                  <a:lnTo>
                    <a:pt x="7855" y="13745"/>
                  </a:lnTo>
                  <a:cubicBezTo>
                    <a:pt x="7855" y="13745"/>
                    <a:pt x="7855" y="12763"/>
                    <a:pt x="7855" y="12763"/>
                  </a:cubicBezTo>
                  <a:close/>
                  <a:moveTo>
                    <a:pt x="7855" y="14727"/>
                  </a:moveTo>
                  <a:lnTo>
                    <a:pt x="13745" y="14727"/>
                  </a:lnTo>
                  <a:cubicBezTo>
                    <a:pt x="14287" y="14727"/>
                    <a:pt x="14727" y="14287"/>
                    <a:pt x="14727" y="13745"/>
                  </a:cubicBezTo>
                  <a:lnTo>
                    <a:pt x="14727" y="12763"/>
                  </a:lnTo>
                  <a:cubicBezTo>
                    <a:pt x="14727" y="12221"/>
                    <a:pt x="14287" y="11782"/>
                    <a:pt x="13745" y="11782"/>
                  </a:cubicBezTo>
                  <a:lnTo>
                    <a:pt x="7855" y="11782"/>
                  </a:lnTo>
                  <a:cubicBezTo>
                    <a:pt x="7313" y="11782"/>
                    <a:pt x="6873" y="12221"/>
                    <a:pt x="6873" y="12763"/>
                  </a:cubicBezTo>
                  <a:lnTo>
                    <a:pt x="6873" y="13745"/>
                  </a:lnTo>
                  <a:cubicBezTo>
                    <a:pt x="6873" y="14287"/>
                    <a:pt x="7313" y="14727"/>
                    <a:pt x="7855" y="14727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" name="Shape 2592">
              <a:extLst>
                <a:ext uri="{FF2B5EF4-FFF2-40B4-BE49-F238E27FC236}">
                  <a16:creationId xmlns:a16="http://schemas.microsoft.com/office/drawing/2014/main" id="{AE0159E6-C4BE-6BC2-239B-815F2A86DB26}"/>
                </a:ext>
              </a:extLst>
            </p:cNvPr>
            <p:cNvSpPr/>
            <p:nvPr/>
          </p:nvSpPr>
          <p:spPr>
            <a:xfrm>
              <a:off x="6232499" y="1166978"/>
              <a:ext cx="258503" cy="25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2012"/>
                  </a:moveTo>
                  <a:cubicBezTo>
                    <a:pt x="20614" y="12014"/>
                    <a:pt x="20611" y="12016"/>
                    <a:pt x="20607" y="12016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2"/>
                    <a:pt x="18421" y="14352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8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7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2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8"/>
                    <a:pt x="4714" y="18600"/>
                  </a:cubicBezTo>
                  <a:lnTo>
                    <a:pt x="3000" y="16885"/>
                  </a:lnTo>
                  <a:lnTo>
                    <a:pt x="3540" y="15984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6"/>
                  </a:lnTo>
                  <a:cubicBezTo>
                    <a:pt x="989" y="12016"/>
                    <a:pt x="986" y="12014"/>
                    <a:pt x="982" y="12012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6"/>
                    <a:pt x="2616" y="8979"/>
                    <a:pt x="2708" y="8634"/>
                  </a:cubicBezTo>
                  <a:cubicBezTo>
                    <a:pt x="2897" y="7929"/>
                    <a:pt x="3179" y="7249"/>
                    <a:pt x="3548" y="6615"/>
                  </a:cubicBezTo>
                  <a:cubicBezTo>
                    <a:pt x="3727" y="6305"/>
                    <a:pt x="3724" y="5923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9"/>
                    <a:pt x="3000" y="4715"/>
                  </a:cubicBezTo>
                  <a:lnTo>
                    <a:pt x="4715" y="3000"/>
                  </a:lnTo>
                  <a:lnTo>
                    <a:pt x="5621" y="3543"/>
                  </a:lnTo>
                  <a:cubicBezTo>
                    <a:pt x="5777" y="3637"/>
                    <a:pt x="5951" y="3683"/>
                    <a:pt x="6127" y="3683"/>
                  </a:cubicBezTo>
                  <a:cubicBezTo>
                    <a:pt x="6296" y="3683"/>
                    <a:pt x="6465" y="3639"/>
                    <a:pt x="6618" y="3552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2"/>
                    <a:pt x="9331" y="2006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6"/>
                  </a:lnTo>
                  <a:cubicBezTo>
                    <a:pt x="12356" y="2352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2"/>
                  </a:cubicBezTo>
                  <a:cubicBezTo>
                    <a:pt x="15134" y="3639"/>
                    <a:pt x="15304" y="3683"/>
                    <a:pt x="15473" y="3683"/>
                  </a:cubicBezTo>
                  <a:cubicBezTo>
                    <a:pt x="15648" y="3683"/>
                    <a:pt x="15822" y="3637"/>
                    <a:pt x="15978" y="3543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9"/>
                    <a:pt x="18597" y="4722"/>
                    <a:pt x="18595" y="4725"/>
                  </a:cubicBezTo>
                  <a:lnTo>
                    <a:pt x="18060" y="5616"/>
                  </a:lnTo>
                  <a:cubicBezTo>
                    <a:pt x="17876" y="5923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6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2"/>
                    <a:pt x="20618" y="12012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0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5"/>
                  </a:lnTo>
                  <a:cubicBezTo>
                    <a:pt x="17292" y="2019"/>
                    <a:pt x="17136" y="1968"/>
                    <a:pt x="16975" y="1968"/>
                  </a:cubicBezTo>
                  <a:cubicBezTo>
                    <a:pt x="16778" y="1968"/>
                    <a:pt x="16572" y="2043"/>
                    <a:pt x="16400" y="2145"/>
                  </a:cubicBezTo>
                  <a:lnTo>
                    <a:pt x="15473" y="2701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1"/>
                  </a:cubicBezTo>
                  <a:lnTo>
                    <a:pt x="5200" y="2145"/>
                  </a:lnTo>
                  <a:cubicBezTo>
                    <a:pt x="5028" y="2043"/>
                    <a:pt x="4822" y="1968"/>
                    <a:pt x="4625" y="1968"/>
                  </a:cubicBezTo>
                  <a:cubicBezTo>
                    <a:pt x="4464" y="1968"/>
                    <a:pt x="4308" y="2019"/>
                    <a:pt x="4181" y="2145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0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2"/>
                    <a:pt x="0" y="9361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9"/>
                  </a:cubicBezTo>
                  <a:lnTo>
                    <a:pt x="2145" y="16400"/>
                  </a:lnTo>
                  <a:cubicBezTo>
                    <a:pt x="1959" y="16713"/>
                    <a:pt x="1864" y="17137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2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2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7"/>
                    <a:pt x="19641" y="16713"/>
                    <a:pt x="19455" y="16400"/>
                  </a:cubicBezTo>
                  <a:lnTo>
                    <a:pt x="18902" y="15479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1"/>
                  </a:lnTo>
                  <a:cubicBezTo>
                    <a:pt x="21600" y="8962"/>
                    <a:pt x="21233" y="8730"/>
                    <a:pt x="20880" y="8641"/>
                  </a:cubicBezTo>
                  <a:moveTo>
                    <a:pt x="15709" y="10800"/>
                  </a:moveTo>
                  <a:cubicBezTo>
                    <a:pt x="15709" y="13346"/>
                    <a:pt x="13771" y="15438"/>
                    <a:pt x="11291" y="15685"/>
                  </a:cubicBezTo>
                  <a:lnTo>
                    <a:pt x="11291" y="12694"/>
                  </a:lnTo>
                  <a:cubicBezTo>
                    <a:pt x="12137" y="12476"/>
                    <a:pt x="12764" y="11714"/>
                    <a:pt x="12764" y="10800"/>
                  </a:cubicBezTo>
                  <a:cubicBezTo>
                    <a:pt x="12764" y="10630"/>
                    <a:pt x="12735" y="10468"/>
                    <a:pt x="12694" y="10310"/>
                  </a:cubicBezTo>
                  <a:lnTo>
                    <a:pt x="15308" y="8857"/>
                  </a:lnTo>
                  <a:cubicBezTo>
                    <a:pt x="15565" y="9453"/>
                    <a:pt x="15709" y="10110"/>
                    <a:pt x="15709" y="10800"/>
                  </a:cubicBezTo>
                  <a:moveTo>
                    <a:pt x="9818" y="10800"/>
                  </a:moveTo>
                  <a:cubicBezTo>
                    <a:pt x="9818" y="10258"/>
                    <a:pt x="10258" y="9818"/>
                    <a:pt x="10800" y="9818"/>
                  </a:cubicBezTo>
                  <a:cubicBezTo>
                    <a:pt x="11342" y="9818"/>
                    <a:pt x="11782" y="10258"/>
                    <a:pt x="11782" y="10800"/>
                  </a:cubicBezTo>
                  <a:cubicBezTo>
                    <a:pt x="11782" y="11342"/>
                    <a:pt x="11342" y="11782"/>
                    <a:pt x="10800" y="11782"/>
                  </a:cubicBezTo>
                  <a:cubicBezTo>
                    <a:pt x="10258" y="11782"/>
                    <a:pt x="9818" y="11342"/>
                    <a:pt x="9818" y="10800"/>
                  </a:cubicBezTo>
                  <a:moveTo>
                    <a:pt x="10309" y="15685"/>
                  </a:moveTo>
                  <a:cubicBezTo>
                    <a:pt x="7829" y="15438"/>
                    <a:pt x="5891" y="13346"/>
                    <a:pt x="5891" y="10800"/>
                  </a:cubicBezTo>
                  <a:cubicBezTo>
                    <a:pt x="5891" y="10110"/>
                    <a:pt x="6035" y="9453"/>
                    <a:pt x="6292" y="8857"/>
                  </a:cubicBezTo>
                  <a:lnTo>
                    <a:pt x="8906" y="10310"/>
                  </a:lnTo>
                  <a:cubicBezTo>
                    <a:pt x="8865" y="10468"/>
                    <a:pt x="8836" y="10630"/>
                    <a:pt x="8836" y="10800"/>
                  </a:cubicBezTo>
                  <a:cubicBezTo>
                    <a:pt x="8836" y="11714"/>
                    <a:pt x="9463" y="12476"/>
                    <a:pt x="10309" y="12694"/>
                  </a:cubicBezTo>
                  <a:cubicBezTo>
                    <a:pt x="10309" y="12694"/>
                    <a:pt x="10309" y="15685"/>
                    <a:pt x="10309" y="15685"/>
                  </a:cubicBezTo>
                  <a:close/>
                  <a:moveTo>
                    <a:pt x="10800" y="5891"/>
                  </a:moveTo>
                  <a:cubicBezTo>
                    <a:pt x="12470" y="5891"/>
                    <a:pt x="13942" y="6727"/>
                    <a:pt x="14829" y="8000"/>
                  </a:cubicBezTo>
                  <a:lnTo>
                    <a:pt x="12220" y="9450"/>
                  </a:lnTo>
                  <a:cubicBezTo>
                    <a:pt x="11862" y="9074"/>
                    <a:pt x="11360" y="8836"/>
                    <a:pt x="10800" y="8836"/>
                  </a:cubicBezTo>
                  <a:cubicBezTo>
                    <a:pt x="10240" y="8836"/>
                    <a:pt x="9738" y="9074"/>
                    <a:pt x="9380" y="9450"/>
                  </a:cubicBezTo>
                  <a:lnTo>
                    <a:pt x="6771" y="8000"/>
                  </a:lnTo>
                  <a:cubicBezTo>
                    <a:pt x="7658" y="6727"/>
                    <a:pt x="9130" y="5891"/>
                    <a:pt x="10800" y="5891"/>
                  </a:cubicBezTo>
                  <a:moveTo>
                    <a:pt x="10800" y="4909"/>
                  </a:moveTo>
                  <a:cubicBezTo>
                    <a:pt x="7547" y="4909"/>
                    <a:pt x="4909" y="7547"/>
                    <a:pt x="4909" y="10800"/>
                  </a:cubicBezTo>
                  <a:cubicBezTo>
                    <a:pt x="4909" y="14054"/>
                    <a:pt x="7547" y="16691"/>
                    <a:pt x="10800" y="16691"/>
                  </a:cubicBezTo>
                  <a:cubicBezTo>
                    <a:pt x="14053" y="16691"/>
                    <a:pt x="16691" y="14054"/>
                    <a:pt x="16691" y="10800"/>
                  </a:cubicBezTo>
                  <a:cubicBezTo>
                    <a:pt x="16691" y="7547"/>
                    <a:pt x="14053" y="4909"/>
                    <a:pt x="10800" y="4909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9" name="Shape 2617">
              <a:extLst>
                <a:ext uri="{FF2B5EF4-FFF2-40B4-BE49-F238E27FC236}">
                  <a16:creationId xmlns:a16="http://schemas.microsoft.com/office/drawing/2014/main" id="{170E8B78-057D-C723-5CA8-EB2FEA60B56D}"/>
                </a:ext>
              </a:extLst>
            </p:cNvPr>
            <p:cNvSpPr/>
            <p:nvPr/>
          </p:nvSpPr>
          <p:spPr>
            <a:xfrm>
              <a:off x="5008890" y="3553051"/>
              <a:ext cx="258503" cy="211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0400"/>
                  </a:moveTo>
                  <a:cubicBezTo>
                    <a:pt x="4686" y="18711"/>
                    <a:pt x="5897" y="18036"/>
                    <a:pt x="7134" y="17493"/>
                  </a:cubicBezTo>
                  <a:lnTo>
                    <a:pt x="7173" y="17477"/>
                  </a:lnTo>
                  <a:cubicBezTo>
                    <a:pt x="8055" y="17190"/>
                    <a:pt x="9626" y="16039"/>
                    <a:pt x="9626" y="13569"/>
                  </a:cubicBezTo>
                  <a:cubicBezTo>
                    <a:pt x="9626" y="11474"/>
                    <a:pt x="8932" y="10452"/>
                    <a:pt x="8558" y="9902"/>
                  </a:cubicBezTo>
                  <a:cubicBezTo>
                    <a:pt x="8484" y="9791"/>
                    <a:pt x="8394" y="9649"/>
                    <a:pt x="8414" y="9680"/>
                  </a:cubicBezTo>
                  <a:cubicBezTo>
                    <a:pt x="8384" y="9599"/>
                    <a:pt x="8237" y="9129"/>
                    <a:pt x="8449" y="8035"/>
                  </a:cubicBezTo>
                  <a:cubicBezTo>
                    <a:pt x="8549" y="7522"/>
                    <a:pt x="8380" y="7241"/>
                    <a:pt x="8380" y="7241"/>
                  </a:cubicBezTo>
                  <a:cubicBezTo>
                    <a:pt x="8112" y="6505"/>
                    <a:pt x="7614" y="5133"/>
                    <a:pt x="7988" y="4025"/>
                  </a:cubicBezTo>
                  <a:cubicBezTo>
                    <a:pt x="8490" y="2492"/>
                    <a:pt x="8935" y="2190"/>
                    <a:pt x="9741" y="1747"/>
                  </a:cubicBezTo>
                  <a:cubicBezTo>
                    <a:pt x="9788" y="1721"/>
                    <a:pt x="9834" y="1691"/>
                    <a:pt x="9877" y="1657"/>
                  </a:cubicBezTo>
                  <a:cubicBezTo>
                    <a:pt x="10029" y="1535"/>
                    <a:pt x="10674" y="1200"/>
                    <a:pt x="11403" y="1200"/>
                  </a:cubicBezTo>
                  <a:cubicBezTo>
                    <a:pt x="11768" y="1200"/>
                    <a:pt x="12075" y="1285"/>
                    <a:pt x="12318" y="1454"/>
                  </a:cubicBezTo>
                  <a:cubicBezTo>
                    <a:pt x="12610" y="1655"/>
                    <a:pt x="12890" y="2039"/>
                    <a:pt x="13313" y="3271"/>
                  </a:cubicBezTo>
                  <a:cubicBezTo>
                    <a:pt x="14101" y="5469"/>
                    <a:pt x="13602" y="6698"/>
                    <a:pt x="13350" y="7124"/>
                  </a:cubicBezTo>
                  <a:cubicBezTo>
                    <a:pt x="13183" y="7407"/>
                    <a:pt x="13126" y="7764"/>
                    <a:pt x="13191" y="8102"/>
                  </a:cubicBezTo>
                  <a:cubicBezTo>
                    <a:pt x="13386" y="9109"/>
                    <a:pt x="13260" y="9534"/>
                    <a:pt x="13227" y="9619"/>
                  </a:cubicBezTo>
                  <a:cubicBezTo>
                    <a:pt x="13219" y="9631"/>
                    <a:pt x="13101" y="9814"/>
                    <a:pt x="13041" y="9902"/>
                  </a:cubicBezTo>
                  <a:cubicBezTo>
                    <a:pt x="12668" y="10452"/>
                    <a:pt x="11973" y="11474"/>
                    <a:pt x="11973" y="13569"/>
                  </a:cubicBezTo>
                  <a:cubicBezTo>
                    <a:pt x="11973" y="16039"/>
                    <a:pt x="13545" y="17190"/>
                    <a:pt x="14427" y="17477"/>
                  </a:cubicBezTo>
                  <a:lnTo>
                    <a:pt x="14466" y="17493"/>
                  </a:lnTo>
                  <a:cubicBezTo>
                    <a:pt x="15703" y="18036"/>
                    <a:pt x="16914" y="18711"/>
                    <a:pt x="17143" y="20400"/>
                  </a:cubicBezTo>
                  <a:cubicBezTo>
                    <a:pt x="17143" y="20400"/>
                    <a:pt x="4457" y="20400"/>
                    <a:pt x="4457" y="20400"/>
                  </a:cubicBezTo>
                  <a:close/>
                  <a:moveTo>
                    <a:pt x="14715" y="16328"/>
                  </a:moveTo>
                  <a:cubicBezTo>
                    <a:pt x="14715" y="16328"/>
                    <a:pt x="12955" y="15815"/>
                    <a:pt x="12955" y="13569"/>
                  </a:cubicBezTo>
                  <a:cubicBezTo>
                    <a:pt x="12955" y="11596"/>
                    <a:pt x="13678" y="10901"/>
                    <a:pt x="13957" y="10421"/>
                  </a:cubicBezTo>
                  <a:cubicBezTo>
                    <a:pt x="13957" y="10421"/>
                    <a:pt x="14531" y="9807"/>
                    <a:pt x="14146" y="7826"/>
                  </a:cubicBezTo>
                  <a:cubicBezTo>
                    <a:pt x="14787" y="6740"/>
                    <a:pt x="14995" y="4972"/>
                    <a:pt x="14211" y="2789"/>
                  </a:cubicBezTo>
                  <a:cubicBezTo>
                    <a:pt x="13774" y="1514"/>
                    <a:pt x="13389" y="815"/>
                    <a:pt x="12801" y="409"/>
                  </a:cubicBezTo>
                  <a:cubicBezTo>
                    <a:pt x="12370" y="110"/>
                    <a:pt x="11880" y="0"/>
                    <a:pt x="11403" y="0"/>
                  </a:cubicBezTo>
                  <a:cubicBezTo>
                    <a:pt x="10516" y="0"/>
                    <a:pt x="9675" y="384"/>
                    <a:pt x="9339" y="653"/>
                  </a:cubicBezTo>
                  <a:cubicBezTo>
                    <a:pt x="8357" y="1192"/>
                    <a:pt x="7697" y="1688"/>
                    <a:pt x="7077" y="3579"/>
                  </a:cubicBezTo>
                  <a:cubicBezTo>
                    <a:pt x="6540" y="5168"/>
                    <a:pt x="7179" y="6892"/>
                    <a:pt x="7494" y="7758"/>
                  </a:cubicBezTo>
                  <a:cubicBezTo>
                    <a:pt x="7110" y="9740"/>
                    <a:pt x="7642" y="10421"/>
                    <a:pt x="7642" y="10421"/>
                  </a:cubicBezTo>
                  <a:cubicBezTo>
                    <a:pt x="7922" y="10901"/>
                    <a:pt x="8644" y="11596"/>
                    <a:pt x="8644" y="13569"/>
                  </a:cubicBezTo>
                  <a:cubicBezTo>
                    <a:pt x="8644" y="15815"/>
                    <a:pt x="6885" y="16328"/>
                    <a:pt x="6885" y="16328"/>
                  </a:cubicBezTo>
                  <a:cubicBezTo>
                    <a:pt x="5768" y="16819"/>
                    <a:pt x="3436" y="17760"/>
                    <a:pt x="3436" y="21000"/>
                  </a:cubicBezTo>
                  <a:cubicBezTo>
                    <a:pt x="3436" y="21000"/>
                    <a:pt x="3436" y="21600"/>
                    <a:pt x="3927" y="21600"/>
                  </a:cubicBezTo>
                  <a:lnTo>
                    <a:pt x="17673" y="21600"/>
                  </a:lnTo>
                  <a:cubicBezTo>
                    <a:pt x="18164" y="21600"/>
                    <a:pt x="18164" y="21000"/>
                    <a:pt x="18164" y="21000"/>
                  </a:cubicBezTo>
                  <a:cubicBezTo>
                    <a:pt x="18164" y="17760"/>
                    <a:pt x="15832" y="16819"/>
                    <a:pt x="14715" y="16328"/>
                  </a:cubicBezTo>
                  <a:moveTo>
                    <a:pt x="19516" y="15006"/>
                  </a:moveTo>
                  <a:cubicBezTo>
                    <a:pt x="19516" y="15006"/>
                    <a:pt x="18416" y="14701"/>
                    <a:pt x="18416" y="12954"/>
                  </a:cubicBezTo>
                  <a:cubicBezTo>
                    <a:pt x="18416" y="11419"/>
                    <a:pt x="18794" y="10879"/>
                    <a:pt x="19017" y="10506"/>
                  </a:cubicBezTo>
                  <a:cubicBezTo>
                    <a:pt x="19017" y="10506"/>
                    <a:pt x="19443" y="9975"/>
                    <a:pt x="19136" y="8435"/>
                  </a:cubicBezTo>
                  <a:cubicBezTo>
                    <a:pt x="19388" y="7760"/>
                    <a:pt x="19900" y="6419"/>
                    <a:pt x="19470" y="5184"/>
                  </a:cubicBezTo>
                  <a:cubicBezTo>
                    <a:pt x="18974" y="3714"/>
                    <a:pt x="18645" y="3327"/>
                    <a:pt x="17860" y="2908"/>
                  </a:cubicBezTo>
                  <a:cubicBezTo>
                    <a:pt x="17591" y="2699"/>
                    <a:pt x="16918" y="2400"/>
                    <a:pt x="16208" y="2400"/>
                  </a:cubicBezTo>
                  <a:cubicBezTo>
                    <a:pt x="15873" y="2400"/>
                    <a:pt x="15531" y="2473"/>
                    <a:pt x="15218" y="2647"/>
                  </a:cubicBezTo>
                  <a:cubicBezTo>
                    <a:pt x="15343" y="3035"/>
                    <a:pt x="15449" y="3420"/>
                    <a:pt x="15525" y="3799"/>
                  </a:cubicBezTo>
                  <a:cubicBezTo>
                    <a:pt x="15537" y="3790"/>
                    <a:pt x="15550" y="3779"/>
                    <a:pt x="15563" y="3770"/>
                  </a:cubicBezTo>
                  <a:cubicBezTo>
                    <a:pt x="15730" y="3657"/>
                    <a:pt x="15948" y="3600"/>
                    <a:pt x="16208" y="3600"/>
                  </a:cubicBezTo>
                  <a:cubicBezTo>
                    <a:pt x="16716" y="3600"/>
                    <a:pt x="17211" y="3825"/>
                    <a:pt x="17332" y="3919"/>
                  </a:cubicBezTo>
                  <a:cubicBezTo>
                    <a:pt x="17375" y="3953"/>
                    <a:pt x="17421" y="3983"/>
                    <a:pt x="17467" y="4008"/>
                  </a:cubicBezTo>
                  <a:cubicBezTo>
                    <a:pt x="17950" y="4265"/>
                    <a:pt x="18131" y="4362"/>
                    <a:pt x="18562" y="5641"/>
                  </a:cubicBezTo>
                  <a:cubicBezTo>
                    <a:pt x="18822" y="6387"/>
                    <a:pt x="18452" y="7378"/>
                    <a:pt x="18253" y="7911"/>
                  </a:cubicBezTo>
                  <a:cubicBezTo>
                    <a:pt x="18161" y="8156"/>
                    <a:pt x="18130" y="8457"/>
                    <a:pt x="18182" y="8718"/>
                  </a:cubicBezTo>
                  <a:cubicBezTo>
                    <a:pt x="18316" y="9392"/>
                    <a:pt x="18254" y="9706"/>
                    <a:pt x="18232" y="9784"/>
                  </a:cubicBezTo>
                  <a:cubicBezTo>
                    <a:pt x="18230" y="9788"/>
                    <a:pt x="18227" y="9793"/>
                    <a:pt x="18224" y="9798"/>
                  </a:cubicBezTo>
                  <a:lnTo>
                    <a:pt x="18191" y="9853"/>
                  </a:lnTo>
                  <a:cubicBezTo>
                    <a:pt x="17926" y="10290"/>
                    <a:pt x="17434" y="11106"/>
                    <a:pt x="17434" y="12954"/>
                  </a:cubicBezTo>
                  <a:cubicBezTo>
                    <a:pt x="17434" y="15019"/>
                    <a:pt x="18570" y="15933"/>
                    <a:pt x="19229" y="16155"/>
                  </a:cubicBezTo>
                  <a:cubicBezTo>
                    <a:pt x="19856" y="16429"/>
                    <a:pt x="20435" y="16859"/>
                    <a:pt x="20582" y="17999"/>
                  </a:cubicBezTo>
                  <a:lnTo>
                    <a:pt x="18459" y="18000"/>
                  </a:lnTo>
                  <a:cubicBezTo>
                    <a:pt x="18647" y="18353"/>
                    <a:pt x="18802" y="18755"/>
                    <a:pt x="18920" y="19200"/>
                  </a:cubicBezTo>
                  <a:lnTo>
                    <a:pt x="21109" y="19199"/>
                  </a:lnTo>
                  <a:cubicBezTo>
                    <a:pt x="21600" y="19199"/>
                    <a:pt x="21600" y="18599"/>
                    <a:pt x="21600" y="18599"/>
                  </a:cubicBezTo>
                  <a:cubicBezTo>
                    <a:pt x="21600" y="16199"/>
                    <a:pt x="20410" y="15388"/>
                    <a:pt x="19516" y="15006"/>
                  </a:cubicBezTo>
                  <a:moveTo>
                    <a:pt x="2371" y="16155"/>
                  </a:moveTo>
                  <a:cubicBezTo>
                    <a:pt x="3030" y="15933"/>
                    <a:pt x="4166" y="15019"/>
                    <a:pt x="4166" y="12954"/>
                  </a:cubicBezTo>
                  <a:cubicBezTo>
                    <a:pt x="4166" y="11106"/>
                    <a:pt x="3673" y="10290"/>
                    <a:pt x="3409" y="9853"/>
                  </a:cubicBezTo>
                  <a:lnTo>
                    <a:pt x="3376" y="9798"/>
                  </a:lnTo>
                  <a:cubicBezTo>
                    <a:pt x="3373" y="9793"/>
                    <a:pt x="3370" y="9788"/>
                    <a:pt x="3367" y="9784"/>
                  </a:cubicBezTo>
                  <a:cubicBezTo>
                    <a:pt x="3346" y="9706"/>
                    <a:pt x="3283" y="9392"/>
                    <a:pt x="3418" y="8718"/>
                  </a:cubicBezTo>
                  <a:cubicBezTo>
                    <a:pt x="3470" y="8457"/>
                    <a:pt x="3439" y="8156"/>
                    <a:pt x="3347" y="7911"/>
                  </a:cubicBezTo>
                  <a:cubicBezTo>
                    <a:pt x="3148" y="7378"/>
                    <a:pt x="2778" y="6387"/>
                    <a:pt x="3038" y="5641"/>
                  </a:cubicBezTo>
                  <a:cubicBezTo>
                    <a:pt x="3469" y="4362"/>
                    <a:pt x="3649" y="4265"/>
                    <a:pt x="4133" y="4008"/>
                  </a:cubicBezTo>
                  <a:cubicBezTo>
                    <a:pt x="4180" y="3983"/>
                    <a:pt x="4225" y="3953"/>
                    <a:pt x="4268" y="3919"/>
                  </a:cubicBezTo>
                  <a:cubicBezTo>
                    <a:pt x="4389" y="3825"/>
                    <a:pt x="4884" y="3600"/>
                    <a:pt x="5392" y="3600"/>
                  </a:cubicBezTo>
                  <a:cubicBezTo>
                    <a:pt x="5636" y="3600"/>
                    <a:pt x="5839" y="3655"/>
                    <a:pt x="6002" y="3755"/>
                  </a:cubicBezTo>
                  <a:cubicBezTo>
                    <a:pt x="6045" y="3548"/>
                    <a:pt x="6096" y="3341"/>
                    <a:pt x="6165" y="3134"/>
                  </a:cubicBezTo>
                  <a:cubicBezTo>
                    <a:pt x="6225" y="2950"/>
                    <a:pt x="6289" y="2793"/>
                    <a:pt x="6351" y="2630"/>
                  </a:cubicBezTo>
                  <a:cubicBezTo>
                    <a:pt x="6046" y="2468"/>
                    <a:pt x="5716" y="2400"/>
                    <a:pt x="5392" y="2400"/>
                  </a:cubicBezTo>
                  <a:cubicBezTo>
                    <a:pt x="4682" y="2400"/>
                    <a:pt x="4009" y="2699"/>
                    <a:pt x="3740" y="2908"/>
                  </a:cubicBezTo>
                  <a:cubicBezTo>
                    <a:pt x="2955" y="3327"/>
                    <a:pt x="2625" y="3714"/>
                    <a:pt x="2130" y="5184"/>
                  </a:cubicBezTo>
                  <a:cubicBezTo>
                    <a:pt x="1700" y="6419"/>
                    <a:pt x="2212" y="7760"/>
                    <a:pt x="2464" y="8435"/>
                  </a:cubicBezTo>
                  <a:cubicBezTo>
                    <a:pt x="2156" y="9975"/>
                    <a:pt x="2583" y="10506"/>
                    <a:pt x="2583" y="10506"/>
                  </a:cubicBezTo>
                  <a:cubicBezTo>
                    <a:pt x="2806" y="10879"/>
                    <a:pt x="3185" y="11419"/>
                    <a:pt x="3185" y="12954"/>
                  </a:cubicBezTo>
                  <a:cubicBezTo>
                    <a:pt x="3185" y="14701"/>
                    <a:pt x="2084" y="15006"/>
                    <a:pt x="2084" y="15006"/>
                  </a:cubicBezTo>
                  <a:cubicBezTo>
                    <a:pt x="1191" y="15388"/>
                    <a:pt x="0" y="16199"/>
                    <a:pt x="0" y="18599"/>
                  </a:cubicBezTo>
                  <a:cubicBezTo>
                    <a:pt x="0" y="18599"/>
                    <a:pt x="0" y="19199"/>
                    <a:pt x="491" y="19199"/>
                  </a:cubicBezTo>
                  <a:lnTo>
                    <a:pt x="2680" y="19200"/>
                  </a:lnTo>
                  <a:cubicBezTo>
                    <a:pt x="2798" y="18755"/>
                    <a:pt x="2952" y="18353"/>
                    <a:pt x="3141" y="18000"/>
                  </a:cubicBezTo>
                  <a:lnTo>
                    <a:pt x="1018" y="17999"/>
                  </a:lnTo>
                  <a:cubicBezTo>
                    <a:pt x="1165" y="16859"/>
                    <a:pt x="1744" y="16429"/>
                    <a:pt x="2371" y="161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Shape 2619">
              <a:extLst>
                <a:ext uri="{FF2B5EF4-FFF2-40B4-BE49-F238E27FC236}">
                  <a16:creationId xmlns:a16="http://schemas.microsoft.com/office/drawing/2014/main" id="{9AEBEEB0-03CA-6044-C117-053F662B6E22}"/>
                </a:ext>
              </a:extLst>
            </p:cNvPr>
            <p:cNvSpPr/>
            <p:nvPr/>
          </p:nvSpPr>
          <p:spPr>
            <a:xfrm>
              <a:off x="7645203" y="3526412"/>
              <a:ext cx="258503" cy="258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2364" y="11941"/>
                  </a:moveTo>
                  <a:lnTo>
                    <a:pt x="13062" y="14033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5" y="12790"/>
                  </a:lnTo>
                  <a:lnTo>
                    <a:pt x="8508" y="14033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6"/>
                  </a:lnTo>
                  <a:lnTo>
                    <a:pt x="7511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6"/>
                  </a:lnTo>
                  <a:lnTo>
                    <a:pt x="12144" y="11282"/>
                  </a:lnTo>
                  <a:cubicBezTo>
                    <a:pt x="12144" y="11282"/>
                    <a:pt x="12364" y="11941"/>
                    <a:pt x="12364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9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2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9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19"/>
                    <a:pt x="7232" y="2943"/>
                    <a:pt x="10800" y="2943"/>
                  </a:cubicBezTo>
                  <a:cubicBezTo>
                    <a:pt x="14368" y="2943"/>
                    <a:pt x="17579" y="1719"/>
                    <a:pt x="18823" y="1179"/>
                  </a:cubicBezTo>
                  <a:cubicBezTo>
                    <a:pt x="19278" y="2918"/>
                    <a:pt x="20618" y="7466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8" y="356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7"/>
                    <a:pt x="2257" y="42"/>
                  </a:cubicBezTo>
                  <a:cubicBezTo>
                    <a:pt x="2124" y="101"/>
                    <a:pt x="2023" y="216"/>
                    <a:pt x="1983" y="356"/>
                  </a:cubicBezTo>
                  <a:cubicBezTo>
                    <a:pt x="1963" y="426"/>
                    <a:pt x="0" y="6376"/>
                    <a:pt x="0" y="12263"/>
                  </a:cubicBezTo>
                  <a:cubicBezTo>
                    <a:pt x="0" y="18484"/>
                    <a:pt x="10271" y="21491"/>
                    <a:pt x="10708" y="21575"/>
                  </a:cubicBezTo>
                  <a:cubicBezTo>
                    <a:pt x="10739" y="21580"/>
                    <a:pt x="10770" y="21583"/>
                    <a:pt x="10800" y="21583"/>
                  </a:cubicBezTo>
                  <a:cubicBezTo>
                    <a:pt x="10831" y="21583"/>
                    <a:pt x="10862" y="21580"/>
                    <a:pt x="10892" y="21575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6"/>
                    <a:pt x="19637" y="426"/>
                    <a:pt x="19618" y="35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Shape 2604">
              <a:extLst>
                <a:ext uri="{FF2B5EF4-FFF2-40B4-BE49-F238E27FC236}">
                  <a16:creationId xmlns:a16="http://schemas.microsoft.com/office/drawing/2014/main" id="{E94196D0-D99A-E7A8-B73B-B1FB3702EA5C}"/>
                </a:ext>
              </a:extLst>
            </p:cNvPr>
            <p:cNvSpPr/>
            <p:nvPr/>
          </p:nvSpPr>
          <p:spPr>
            <a:xfrm>
              <a:off x="3858360" y="1168239"/>
              <a:ext cx="258504" cy="21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84" tIns="14284" rIns="14284" bIns="14284" anchor="ctr"/>
            <a:lstStyle/>
            <a:p>
              <a:pPr defTabSz="171399">
                <a:buClrTx/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5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aleway" panose="020B0503030101060003" pitchFamily="34" charset="0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" name="Google Shape;131;p16">
            <a:extLst>
              <a:ext uri="{FF2B5EF4-FFF2-40B4-BE49-F238E27FC236}">
                <a16:creationId xmlns:a16="http://schemas.microsoft.com/office/drawing/2014/main" id="{A1A1C606-37BF-4242-4172-65163A68B917}"/>
              </a:ext>
            </a:extLst>
          </p:cNvPr>
          <p:cNvSpPr txBox="1"/>
          <p:nvPr/>
        </p:nvSpPr>
        <p:spPr>
          <a:xfrm>
            <a:off x="1504856" y="543211"/>
            <a:ext cx="3848288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Lato" panose="020F0502020204030203" pitchFamily="34" charset="0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r>
              <a:rPr lang="en" sz="2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  <a:sym typeface="Fira Sans Extra Condensed Medium"/>
              </a:rPr>
              <a:t>Timeline Infographics</a:t>
            </a:r>
            <a:endParaRPr sz="21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165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tableware, dishware, plate&#10;&#10;Description automatically generated">
            <a:extLst>
              <a:ext uri="{FF2B5EF4-FFF2-40B4-BE49-F238E27FC236}">
                <a16:creationId xmlns:a16="http://schemas.microsoft.com/office/drawing/2014/main" id="{47D78923-2528-4E09-8280-01A03C6E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111" y="4408526"/>
            <a:ext cx="1921892" cy="3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9491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7 infographics">
      <a:dk1>
        <a:sysClr val="windowText" lastClr="000000"/>
      </a:dk1>
      <a:lt1>
        <a:sysClr val="window" lastClr="FFFFFF"/>
      </a:lt1>
      <a:dk2>
        <a:srgbClr val="755AA6"/>
      </a:dk2>
      <a:lt2>
        <a:srgbClr val="E7E6E6"/>
      </a:lt2>
      <a:accent1>
        <a:srgbClr val="188BCC"/>
      </a:accent1>
      <a:accent2>
        <a:srgbClr val="10BAAE"/>
      </a:accent2>
      <a:accent3>
        <a:srgbClr val="32B44A"/>
      </a:accent3>
      <a:accent4>
        <a:srgbClr val="FBC410"/>
      </a:accent4>
      <a:accent5>
        <a:srgbClr val="F68B1F"/>
      </a:accent5>
      <a:accent6>
        <a:srgbClr val="EF393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3433</TotalTime>
  <Words>149</Words>
  <Application>Microsoft Office PowerPoint</Application>
  <PresentationFormat>Custom</PresentationFormat>
  <Paragraphs>41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Product Sans</vt:lpstr>
      <vt:lpstr>Fira Sans Extra Condensed SemiBold</vt:lpstr>
      <vt:lpstr>Roboto</vt:lpstr>
      <vt:lpstr>Raleway</vt:lpstr>
      <vt:lpstr>Arial</vt:lpstr>
      <vt:lpstr>Timeline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User_</dc:creator>
  <cp:lastModifiedBy>Suresh G</cp:lastModifiedBy>
  <cp:revision>6</cp:revision>
  <dcterms:modified xsi:type="dcterms:W3CDTF">2026-01-10T11:33:53Z</dcterms:modified>
</cp:coreProperties>
</file>